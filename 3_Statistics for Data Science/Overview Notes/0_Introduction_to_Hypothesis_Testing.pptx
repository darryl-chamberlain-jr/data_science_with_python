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15"/>
  </p:notesMasterIdLst>
  <p:sldIdLst>
    <p:sldId id="385" r:id="rId6"/>
    <p:sldId id="387" r:id="rId7"/>
    <p:sldId id="399" r:id="rId8"/>
    <p:sldId id="405" r:id="rId9"/>
    <p:sldId id="406" r:id="rId10"/>
    <p:sldId id="416" r:id="rId11"/>
    <p:sldId id="417" r:id="rId12"/>
    <p:sldId id="418" r:id="rId13"/>
    <p:sldId id="35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95959"/>
    <a:srgbClr val="00509A"/>
    <a:srgbClr val="ECECEC"/>
    <a:srgbClr val="7F7F7F"/>
    <a:srgbClr val="00ABE7"/>
    <a:srgbClr val="FCC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24C60-DCEE-4B80-9DAA-CAC403B3BA89}" v="62" dt="2026-10-15T14:33:01.5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6" autoAdjust="0"/>
    <p:restoredTop sz="87500"/>
  </p:normalViewPr>
  <p:slideViewPr>
    <p:cSldViewPr snapToGrid="0" snapToObjects="1" showGuides="1">
      <p:cViewPr varScale="1">
        <p:scale>
          <a:sx n="103" d="100"/>
          <a:sy n="103" d="100"/>
        </p:scale>
        <p:origin x="114" y="76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70" d="100"/>
        <a:sy n="17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mberlain, Darryl" userId="612b89cd-be70-4d41-8501-0dc01e40e001" providerId="ADAL" clId="{36C9C271-54C4-4694-89EE-C8734417126D}"/>
    <pc:docChg chg="undo custSel addSld delSld modSld sldOrd">
      <pc:chgData name="Chamberlain, Darryl" userId="612b89cd-be70-4d41-8501-0dc01e40e001" providerId="ADAL" clId="{36C9C271-54C4-4694-89EE-C8734417126D}" dt="2026-10-15T14:35:26.209" v="1593" actId="47"/>
      <pc:docMkLst>
        <pc:docMk/>
      </pc:docMkLst>
      <pc:sldChg chg="modSp mod">
        <pc:chgData name="Chamberlain, Darryl" userId="612b89cd-be70-4d41-8501-0dc01e40e001" providerId="ADAL" clId="{36C9C271-54C4-4694-89EE-C8734417126D}" dt="2026-10-15T13:47:29.911" v="56" actId="20577"/>
        <pc:sldMkLst>
          <pc:docMk/>
          <pc:sldMk cId="584577283" sldId="385"/>
        </pc:sldMkLst>
        <pc:spChg chg="mod">
          <ac:chgData name="Chamberlain, Darryl" userId="612b89cd-be70-4d41-8501-0dc01e40e001" providerId="ADAL" clId="{36C9C271-54C4-4694-89EE-C8734417126D}" dt="2026-10-15T13:47:29.911" v="56" actId="20577"/>
          <ac:spMkLst>
            <pc:docMk/>
            <pc:sldMk cId="584577283" sldId="385"/>
            <ac:spMk id="2" creationId="{BD099E6B-F2AC-B1E7-90A7-27ED96FE4343}"/>
          </ac:spMkLst>
        </pc:spChg>
        <pc:spChg chg="mod">
          <ac:chgData name="Chamberlain, Darryl" userId="612b89cd-be70-4d41-8501-0dc01e40e001" providerId="ADAL" clId="{36C9C271-54C4-4694-89EE-C8734417126D}" dt="2026-10-15T13:47:14.213" v="37" actId="1076"/>
          <ac:spMkLst>
            <pc:docMk/>
            <pc:sldMk cId="584577283" sldId="385"/>
            <ac:spMk id="5" creationId="{BF4181BB-12C5-344A-B7F3-8149BB1F132D}"/>
          </ac:spMkLst>
        </pc:spChg>
      </pc:sldChg>
      <pc:sldChg chg="modSp mod">
        <pc:chgData name="Chamberlain, Darryl" userId="612b89cd-be70-4d41-8501-0dc01e40e001" providerId="ADAL" clId="{36C9C271-54C4-4694-89EE-C8734417126D}" dt="2026-10-15T13:47:55.462" v="57" actId="1076"/>
        <pc:sldMkLst>
          <pc:docMk/>
          <pc:sldMk cId="920765105" sldId="387"/>
        </pc:sldMkLst>
        <pc:spChg chg="mod">
          <ac:chgData name="Chamberlain, Darryl" userId="612b89cd-be70-4d41-8501-0dc01e40e001" providerId="ADAL" clId="{36C9C271-54C4-4694-89EE-C8734417126D}" dt="2026-10-15T13:47:55.462" v="57" actId="1076"/>
          <ac:spMkLst>
            <pc:docMk/>
            <pc:sldMk cId="920765105" sldId="387"/>
            <ac:spMk id="3" creationId="{0D4C7014-781A-6188-AD54-6468B4C06F88}"/>
          </ac:spMkLst>
        </pc:spChg>
        <pc:spChg chg="mod">
          <ac:chgData name="Chamberlain, Darryl" userId="612b89cd-be70-4d41-8501-0dc01e40e001" providerId="ADAL" clId="{36C9C271-54C4-4694-89EE-C8734417126D}" dt="2026-10-15T13:47:55.462" v="57" actId="1076"/>
          <ac:spMkLst>
            <pc:docMk/>
            <pc:sldMk cId="920765105" sldId="387"/>
            <ac:spMk id="6" creationId="{62805F47-5E04-6F20-9196-E9DA202D671D}"/>
          </ac:spMkLst>
        </pc:spChg>
      </pc:sldChg>
      <pc:sldChg chg="del">
        <pc:chgData name="Chamberlain, Darryl" userId="612b89cd-be70-4d41-8501-0dc01e40e001" providerId="ADAL" clId="{36C9C271-54C4-4694-89EE-C8734417126D}" dt="2026-10-15T13:52:12.748" v="354" actId="47"/>
        <pc:sldMkLst>
          <pc:docMk/>
          <pc:sldMk cId="1369838850" sldId="388"/>
        </pc:sldMkLst>
      </pc:sldChg>
      <pc:sldChg chg="del">
        <pc:chgData name="Chamberlain, Darryl" userId="612b89cd-be70-4d41-8501-0dc01e40e001" providerId="ADAL" clId="{36C9C271-54C4-4694-89EE-C8734417126D}" dt="2026-10-15T13:52:22.173" v="360" actId="47"/>
        <pc:sldMkLst>
          <pc:docMk/>
          <pc:sldMk cId="4124194426" sldId="389"/>
        </pc:sldMkLst>
      </pc:sldChg>
      <pc:sldChg chg="del">
        <pc:chgData name="Chamberlain, Darryl" userId="612b89cd-be70-4d41-8501-0dc01e40e001" providerId="ADAL" clId="{36C9C271-54C4-4694-89EE-C8734417126D}" dt="2026-10-15T13:52:14.035" v="355" actId="47"/>
        <pc:sldMkLst>
          <pc:docMk/>
          <pc:sldMk cId="4205971330" sldId="390"/>
        </pc:sldMkLst>
      </pc:sldChg>
      <pc:sldChg chg="del">
        <pc:chgData name="Chamberlain, Darryl" userId="612b89cd-be70-4d41-8501-0dc01e40e001" providerId="ADAL" clId="{36C9C271-54C4-4694-89EE-C8734417126D}" dt="2026-10-15T13:52:15.069" v="356" actId="47"/>
        <pc:sldMkLst>
          <pc:docMk/>
          <pc:sldMk cId="3932810740" sldId="391"/>
        </pc:sldMkLst>
      </pc:sldChg>
      <pc:sldChg chg="del">
        <pc:chgData name="Chamberlain, Darryl" userId="612b89cd-be70-4d41-8501-0dc01e40e001" providerId="ADAL" clId="{36C9C271-54C4-4694-89EE-C8734417126D}" dt="2026-10-15T13:52:20.875" v="359" actId="47"/>
        <pc:sldMkLst>
          <pc:docMk/>
          <pc:sldMk cId="2476847560" sldId="392"/>
        </pc:sldMkLst>
      </pc:sldChg>
      <pc:sldChg chg="del">
        <pc:chgData name="Chamberlain, Darryl" userId="612b89cd-be70-4d41-8501-0dc01e40e001" providerId="ADAL" clId="{36C9C271-54C4-4694-89EE-C8734417126D}" dt="2026-10-15T13:52:17.574" v="358" actId="47"/>
        <pc:sldMkLst>
          <pc:docMk/>
          <pc:sldMk cId="1826395117" sldId="393"/>
        </pc:sldMkLst>
      </pc:sldChg>
      <pc:sldChg chg="del">
        <pc:chgData name="Chamberlain, Darryl" userId="612b89cd-be70-4d41-8501-0dc01e40e001" providerId="ADAL" clId="{36C9C271-54C4-4694-89EE-C8734417126D}" dt="2026-10-15T13:52:16.280" v="357" actId="47"/>
        <pc:sldMkLst>
          <pc:docMk/>
          <pc:sldMk cId="2082991571" sldId="394"/>
        </pc:sldMkLst>
      </pc:sldChg>
      <pc:sldChg chg="modSp mod">
        <pc:chgData name="Chamberlain, Darryl" userId="612b89cd-be70-4d41-8501-0dc01e40e001" providerId="ADAL" clId="{36C9C271-54C4-4694-89EE-C8734417126D}" dt="2026-10-15T13:50:21.391" v="143" actId="14100"/>
        <pc:sldMkLst>
          <pc:docMk/>
          <pc:sldMk cId="3667098566" sldId="399"/>
        </pc:sldMkLst>
        <pc:spChg chg="mod">
          <ac:chgData name="Chamberlain, Darryl" userId="612b89cd-be70-4d41-8501-0dc01e40e001" providerId="ADAL" clId="{36C9C271-54C4-4694-89EE-C8734417126D}" dt="2026-10-15T13:48:44.192" v="69" actId="20577"/>
          <ac:spMkLst>
            <pc:docMk/>
            <pc:sldMk cId="3667098566" sldId="399"/>
            <ac:spMk id="5" creationId="{F975FD22-945E-00E1-3A39-0D336F802499}"/>
          </ac:spMkLst>
        </pc:spChg>
        <pc:spChg chg="mod">
          <ac:chgData name="Chamberlain, Darryl" userId="612b89cd-be70-4d41-8501-0dc01e40e001" providerId="ADAL" clId="{36C9C271-54C4-4694-89EE-C8734417126D}" dt="2026-10-15T13:49:00.233" v="100" actId="20577"/>
          <ac:spMkLst>
            <pc:docMk/>
            <pc:sldMk cId="3667098566" sldId="399"/>
            <ac:spMk id="9" creationId="{798EC6EA-A440-1D10-A26C-5AB9C7507804}"/>
          </ac:spMkLst>
        </pc:spChg>
        <pc:spChg chg="mod">
          <ac:chgData name="Chamberlain, Darryl" userId="612b89cd-be70-4d41-8501-0dc01e40e001" providerId="ADAL" clId="{36C9C271-54C4-4694-89EE-C8734417126D}" dt="2026-10-15T13:50:21.391" v="143" actId="14100"/>
          <ac:spMkLst>
            <pc:docMk/>
            <pc:sldMk cId="3667098566" sldId="399"/>
            <ac:spMk id="11" creationId="{ED37A495-33AE-EA0B-8054-5FDF7F0CF0E5}"/>
          </ac:spMkLst>
        </pc:spChg>
      </pc:sldChg>
      <pc:sldChg chg="modSp add mod">
        <pc:chgData name="Chamberlain, Darryl" userId="612b89cd-be70-4d41-8501-0dc01e40e001" providerId="ADAL" clId="{36C9C271-54C4-4694-89EE-C8734417126D}" dt="2026-10-15T13:50:39.577" v="189" actId="14100"/>
        <pc:sldMkLst>
          <pc:docMk/>
          <pc:sldMk cId="383607082" sldId="404"/>
        </pc:sldMkLst>
        <pc:spChg chg="mod">
          <ac:chgData name="Chamberlain, Darryl" userId="612b89cd-be70-4d41-8501-0dc01e40e001" providerId="ADAL" clId="{36C9C271-54C4-4694-89EE-C8734417126D}" dt="2026-10-15T13:50:39.577" v="189" actId="14100"/>
          <ac:spMkLst>
            <pc:docMk/>
            <pc:sldMk cId="383607082" sldId="404"/>
            <ac:spMk id="11" creationId="{632B23D7-DC3A-54FA-0403-327012226D6F}"/>
          </ac:spMkLst>
        </pc:spChg>
      </pc:sldChg>
      <pc:sldChg chg="modSp add mod">
        <pc:chgData name="Chamberlain, Darryl" userId="612b89cd-be70-4d41-8501-0dc01e40e001" providerId="ADAL" clId="{36C9C271-54C4-4694-89EE-C8734417126D}" dt="2026-10-15T13:51:40.156" v="344" actId="20577"/>
        <pc:sldMkLst>
          <pc:docMk/>
          <pc:sldMk cId="441475571" sldId="405"/>
        </pc:sldMkLst>
        <pc:spChg chg="mod">
          <ac:chgData name="Chamberlain, Darryl" userId="612b89cd-be70-4d41-8501-0dc01e40e001" providerId="ADAL" clId="{36C9C271-54C4-4694-89EE-C8734417126D}" dt="2026-10-15T13:51:09.555" v="249" actId="20577"/>
          <ac:spMkLst>
            <pc:docMk/>
            <pc:sldMk cId="441475571" sldId="405"/>
            <ac:spMk id="5" creationId="{E05B42B6-A1B3-B24D-ABBE-56097B6E653A}"/>
          </ac:spMkLst>
        </pc:spChg>
        <pc:spChg chg="mod">
          <ac:chgData name="Chamberlain, Darryl" userId="612b89cd-be70-4d41-8501-0dc01e40e001" providerId="ADAL" clId="{36C9C271-54C4-4694-89EE-C8734417126D}" dt="2026-10-15T13:51:40.156" v="344" actId="20577"/>
          <ac:spMkLst>
            <pc:docMk/>
            <pc:sldMk cId="441475571" sldId="405"/>
            <ac:spMk id="9" creationId="{E3B428A9-CC8B-1D37-CDCF-21E035B3C69F}"/>
          </ac:spMkLst>
        </pc:spChg>
        <pc:spChg chg="mod">
          <ac:chgData name="Chamberlain, Darryl" userId="612b89cd-be70-4d41-8501-0dc01e40e001" providerId="ADAL" clId="{36C9C271-54C4-4694-89EE-C8734417126D}" dt="2026-10-15T13:50:34.916" v="187" actId="14100"/>
          <ac:spMkLst>
            <pc:docMk/>
            <pc:sldMk cId="441475571" sldId="405"/>
            <ac:spMk id="11" creationId="{02C6CE09-0512-EFF8-B434-2ADF009BC2E3}"/>
          </ac:spMkLst>
        </pc:spChg>
      </pc:sldChg>
      <pc:sldChg chg="modSp add mod">
        <pc:chgData name="Chamberlain, Darryl" userId="612b89cd-be70-4d41-8501-0dc01e40e001" providerId="ADAL" clId="{36C9C271-54C4-4694-89EE-C8734417126D}" dt="2026-10-15T13:52:03.549" v="353" actId="20577"/>
        <pc:sldMkLst>
          <pc:docMk/>
          <pc:sldMk cId="2171766718" sldId="406"/>
        </pc:sldMkLst>
        <pc:spChg chg="mod">
          <ac:chgData name="Chamberlain, Darryl" userId="612b89cd-be70-4d41-8501-0dc01e40e001" providerId="ADAL" clId="{36C9C271-54C4-4694-89EE-C8734417126D}" dt="2026-10-15T13:52:03.549" v="353" actId="20577"/>
          <ac:spMkLst>
            <pc:docMk/>
            <pc:sldMk cId="2171766718" sldId="406"/>
            <ac:spMk id="5" creationId="{96AF2CD3-D851-E369-5006-5162AEBD6479}"/>
          </ac:spMkLst>
        </pc:spChg>
      </pc:sldChg>
      <pc:sldChg chg="modSp add mod">
        <pc:chgData name="Chamberlain, Darryl" userId="612b89cd-be70-4d41-8501-0dc01e40e001" providerId="ADAL" clId="{36C9C271-54C4-4694-89EE-C8734417126D}" dt="2026-10-15T13:54:47.889" v="593" actId="20577"/>
        <pc:sldMkLst>
          <pc:docMk/>
          <pc:sldMk cId="3514178500" sldId="407"/>
        </pc:sldMkLst>
        <pc:spChg chg="mod">
          <ac:chgData name="Chamberlain, Darryl" userId="612b89cd-be70-4d41-8501-0dc01e40e001" providerId="ADAL" clId="{36C9C271-54C4-4694-89EE-C8734417126D}" dt="2026-10-15T13:54:47.889" v="593" actId="20577"/>
          <ac:spMkLst>
            <pc:docMk/>
            <pc:sldMk cId="3514178500" sldId="407"/>
            <ac:spMk id="2" creationId="{87C0B897-AAE5-D8A8-A644-D1328C09E671}"/>
          </ac:spMkLst>
        </pc:spChg>
        <pc:spChg chg="mod">
          <ac:chgData name="Chamberlain, Darryl" userId="612b89cd-be70-4d41-8501-0dc01e40e001" providerId="ADAL" clId="{36C9C271-54C4-4694-89EE-C8734417126D}" dt="2026-10-15T13:53:59.215" v="401" actId="20577"/>
          <ac:spMkLst>
            <pc:docMk/>
            <pc:sldMk cId="3514178500" sldId="407"/>
            <ac:spMk id="5" creationId="{4A09CBC2-814D-48B8-5165-0319ADBEF592}"/>
          </ac:spMkLst>
        </pc:spChg>
      </pc:sldChg>
      <pc:sldChg chg="modSp add mod">
        <pc:chgData name="Chamberlain, Darryl" userId="612b89cd-be70-4d41-8501-0dc01e40e001" providerId="ADAL" clId="{36C9C271-54C4-4694-89EE-C8734417126D}" dt="2026-10-15T13:55:29.945" v="718" actId="20577"/>
        <pc:sldMkLst>
          <pc:docMk/>
          <pc:sldMk cId="2205807840" sldId="408"/>
        </pc:sldMkLst>
        <pc:spChg chg="mod">
          <ac:chgData name="Chamberlain, Darryl" userId="612b89cd-be70-4d41-8501-0dc01e40e001" providerId="ADAL" clId="{36C9C271-54C4-4694-89EE-C8734417126D}" dt="2026-10-15T13:55:29.945" v="718" actId="20577"/>
          <ac:spMkLst>
            <pc:docMk/>
            <pc:sldMk cId="2205807840" sldId="408"/>
            <ac:spMk id="2" creationId="{44F00E5F-F08E-6F37-CDAE-B65D976859F9}"/>
          </ac:spMkLst>
        </pc:spChg>
        <pc:spChg chg="mod">
          <ac:chgData name="Chamberlain, Darryl" userId="612b89cd-be70-4d41-8501-0dc01e40e001" providerId="ADAL" clId="{36C9C271-54C4-4694-89EE-C8734417126D}" dt="2026-10-15T13:54:58.768" v="621" actId="20577"/>
          <ac:spMkLst>
            <pc:docMk/>
            <pc:sldMk cId="2205807840" sldId="408"/>
            <ac:spMk id="5" creationId="{69A6F5D7-D8EE-AF3E-EE00-3D1CEA89264A}"/>
          </ac:spMkLst>
        </pc:spChg>
      </pc:sldChg>
      <pc:sldChg chg="addSp delSp modSp add del mod">
        <pc:chgData name="Chamberlain, Darryl" userId="612b89cd-be70-4d41-8501-0dc01e40e001" providerId="ADAL" clId="{36C9C271-54C4-4694-89EE-C8734417126D}" dt="2026-10-15T14:10:09.664" v="1028" actId="47"/>
        <pc:sldMkLst>
          <pc:docMk/>
          <pc:sldMk cId="3266002724" sldId="409"/>
        </pc:sldMkLst>
        <pc:spChg chg="del mod">
          <ac:chgData name="Chamberlain, Darryl" userId="612b89cd-be70-4d41-8501-0dc01e40e001" providerId="ADAL" clId="{36C9C271-54C4-4694-89EE-C8734417126D}" dt="2026-10-15T13:57:21.164" v="760"/>
          <ac:spMkLst>
            <pc:docMk/>
            <pc:sldMk cId="3266002724" sldId="409"/>
            <ac:spMk id="2" creationId="{371763B1-B2BC-B8BC-B7FB-9098AC518037}"/>
          </ac:spMkLst>
        </pc:spChg>
        <pc:spChg chg="mod">
          <ac:chgData name="Chamberlain, Darryl" userId="612b89cd-be70-4d41-8501-0dc01e40e001" providerId="ADAL" clId="{36C9C271-54C4-4694-89EE-C8734417126D}" dt="2026-10-15T13:55:46.226" v="757" actId="20577"/>
          <ac:spMkLst>
            <pc:docMk/>
            <pc:sldMk cId="3266002724" sldId="409"/>
            <ac:spMk id="5" creationId="{37526B3C-33D8-19CA-B1BF-9E1916E95F7A}"/>
          </ac:spMkLst>
        </pc:spChg>
        <pc:graphicFrameChg chg="add del modGraphic">
          <ac:chgData name="Chamberlain, Darryl" userId="612b89cd-be70-4d41-8501-0dc01e40e001" providerId="ADAL" clId="{36C9C271-54C4-4694-89EE-C8734417126D}" dt="2026-10-15T13:59:39.925" v="781" actId="478"/>
          <ac:graphicFrameMkLst>
            <pc:docMk/>
            <pc:sldMk cId="3266002724" sldId="409"/>
            <ac:graphicFrameMk id="6" creationId="{FDDE5CCF-7E7F-68B8-C73F-E8E265B97D2C}"/>
          </ac:graphicFrameMkLst>
        </pc:graphicFrameChg>
        <pc:graphicFrameChg chg="add mod modGraphic">
          <ac:chgData name="Chamberlain, Darryl" userId="612b89cd-be70-4d41-8501-0dc01e40e001" providerId="ADAL" clId="{36C9C271-54C4-4694-89EE-C8734417126D}" dt="2026-10-15T14:07:06.463" v="1005" actId="1076"/>
          <ac:graphicFrameMkLst>
            <pc:docMk/>
            <pc:sldMk cId="3266002724" sldId="409"/>
            <ac:graphicFrameMk id="7" creationId="{6706BCDF-A087-73DE-8771-64C687638B85}"/>
          </ac:graphicFrameMkLst>
        </pc:graphicFrameChg>
      </pc:sldChg>
      <pc:sldChg chg="addSp delSp modSp add del mod">
        <pc:chgData name="Chamberlain, Darryl" userId="612b89cd-be70-4d41-8501-0dc01e40e001" providerId="ADAL" clId="{36C9C271-54C4-4694-89EE-C8734417126D}" dt="2026-10-15T14:35:26.209" v="1593" actId="47"/>
        <pc:sldMkLst>
          <pc:docMk/>
          <pc:sldMk cId="235780673" sldId="410"/>
        </pc:sldMkLst>
        <pc:spChg chg="del mod">
          <ac:chgData name="Chamberlain, Darryl" userId="612b89cd-be70-4d41-8501-0dc01e40e001" providerId="ADAL" clId="{36C9C271-54C4-4694-89EE-C8734417126D}" dt="2026-10-15T14:06:08.158" v="1003"/>
          <ac:spMkLst>
            <pc:docMk/>
            <pc:sldMk cId="235780673" sldId="410"/>
            <ac:spMk id="2" creationId="{7474FB96-F949-04C5-9860-DB974BFCB717}"/>
          </ac:spMkLst>
        </pc:spChg>
        <pc:spChg chg="add mod">
          <ac:chgData name="Chamberlain, Darryl" userId="612b89cd-be70-4d41-8501-0dc01e40e001" providerId="ADAL" clId="{36C9C271-54C4-4694-89EE-C8734417126D}" dt="2026-10-15T14:05:37.854" v="997" actId="14100"/>
          <ac:spMkLst>
            <pc:docMk/>
            <pc:sldMk cId="235780673" sldId="410"/>
            <ac:spMk id="4" creationId="{7572F5A1-1B8F-0F86-0255-9A2CA294639F}"/>
          </ac:spMkLst>
        </pc:spChg>
        <pc:spChg chg="mod">
          <ac:chgData name="Chamberlain, Darryl" userId="612b89cd-be70-4d41-8501-0dc01e40e001" providerId="ADAL" clId="{36C9C271-54C4-4694-89EE-C8734417126D}" dt="2026-10-15T14:03:37.852" v="981" actId="20577"/>
          <ac:spMkLst>
            <pc:docMk/>
            <pc:sldMk cId="235780673" sldId="410"/>
            <ac:spMk id="5" creationId="{1DE347DD-3070-4A30-E083-CAD4539E7038}"/>
          </ac:spMkLst>
        </pc:spChg>
      </pc:sldChg>
      <pc:sldChg chg="addSp delSp modSp add mod ord">
        <pc:chgData name="Chamberlain, Darryl" userId="612b89cd-be70-4d41-8501-0dc01e40e001" providerId="ADAL" clId="{36C9C271-54C4-4694-89EE-C8734417126D}" dt="2026-10-15T14:11:52.644" v="1149" actId="14100"/>
        <pc:sldMkLst>
          <pc:docMk/>
          <pc:sldMk cId="2054667846" sldId="411"/>
        </pc:sldMkLst>
        <pc:spChg chg="mod">
          <ac:chgData name="Chamberlain, Darryl" userId="612b89cd-be70-4d41-8501-0dc01e40e001" providerId="ADAL" clId="{36C9C271-54C4-4694-89EE-C8734417126D}" dt="2026-10-15T14:11:52.644" v="1149" actId="14100"/>
          <ac:spMkLst>
            <pc:docMk/>
            <pc:sldMk cId="2054667846" sldId="411"/>
            <ac:spMk id="5" creationId="{024D7A7D-D7CC-1FEC-23C1-ACF63D1940D1}"/>
          </ac:spMkLst>
        </pc:spChg>
        <pc:graphicFrameChg chg="add mod modGraphic">
          <ac:chgData name="Chamberlain, Darryl" userId="612b89cd-be70-4d41-8501-0dc01e40e001" providerId="ADAL" clId="{36C9C271-54C4-4694-89EE-C8734417126D}" dt="2026-10-15T14:10:16.599" v="1031" actId="478"/>
          <ac:graphicFrameMkLst>
            <pc:docMk/>
            <pc:sldMk cId="2054667846" sldId="411"/>
            <ac:graphicFrameMk id="2" creationId="{60411545-F5D4-9ED5-687E-2331E516BB92}"/>
          </ac:graphicFrameMkLst>
        </pc:graphicFrameChg>
        <pc:graphicFrameChg chg="del mod">
          <ac:chgData name="Chamberlain, Darryl" userId="612b89cd-be70-4d41-8501-0dc01e40e001" providerId="ADAL" clId="{36C9C271-54C4-4694-89EE-C8734417126D}" dt="2026-10-15T14:07:18.762" v="1013" actId="478"/>
          <ac:graphicFrameMkLst>
            <pc:docMk/>
            <pc:sldMk cId="2054667846" sldId="411"/>
            <ac:graphicFrameMk id="7" creationId="{81BE8AD0-98C8-EEB7-5465-82FBD6C8BA84}"/>
          </ac:graphicFrameMkLst>
        </pc:graphicFrameChg>
      </pc:sldChg>
      <pc:sldChg chg="modSp add mod">
        <pc:chgData name="Chamberlain, Darryl" userId="612b89cd-be70-4d41-8501-0dc01e40e001" providerId="ADAL" clId="{36C9C271-54C4-4694-89EE-C8734417126D}" dt="2026-10-15T14:12:19.335" v="1199" actId="20577"/>
        <pc:sldMkLst>
          <pc:docMk/>
          <pc:sldMk cId="1797074401" sldId="412"/>
        </pc:sldMkLst>
        <pc:spChg chg="mod">
          <ac:chgData name="Chamberlain, Darryl" userId="612b89cd-be70-4d41-8501-0dc01e40e001" providerId="ADAL" clId="{36C9C271-54C4-4694-89EE-C8734417126D}" dt="2026-10-15T14:12:19.335" v="1199" actId="20577"/>
          <ac:spMkLst>
            <pc:docMk/>
            <pc:sldMk cId="1797074401" sldId="412"/>
            <ac:spMk id="5" creationId="{A436B465-7EC0-485B-68C2-9866A90FADEB}"/>
          </ac:spMkLst>
        </pc:spChg>
        <pc:graphicFrameChg chg="mod modGraphic">
          <ac:chgData name="Chamberlain, Darryl" userId="612b89cd-be70-4d41-8501-0dc01e40e001" providerId="ADAL" clId="{36C9C271-54C4-4694-89EE-C8734417126D}" dt="2026-10-15T14:11:20.602" v="1039"/>
          <ac:graphicFrameMkLst>
            <pc:docMk/>
            <pc:sldMk cId="1797074401" sldId="412"/>
            <ac:graphicFrameMk id="2" creationId="{23CE38AE-AC80-2D02-D077-15592EF32753}"/>
          </ac:graphicFrameMkLst>
        </pc:graphicFrameChg>
      </pc:sldChg>
      <pc:sldChg chg="modSp add mod">
        <pc:chgData name="Chamberlain, Darryl" userId="612b89cd-be70-4d41-8501-0dc01e40e001" providerId="ADAL" clId="{36C9C271-54C4-4694-89EE-C8734417126D}" dt="2026-10-15T14:19:40.818" v="1470" actId="255"/>
        <pc:sldMkLst>
          <pc:docMk/>
          <pc:sldMk cId="1731522353" sldId="413"/>
        </pc:sldMkLst>
        <pc:spChg chg="mod">
          <ac:chgData name="Chamberlain, Darryl" userId="612b89cd-be70-4d41-8501-0dc01e40e001" providerId="ADAL" clId="{36C9C271-54C4-4694-89EE-C8734417126D}" dt="2026-10-15T14:12:36.591" v="1212" actId="20577"/>
          <ac:spMkLst>
            <pc:docMk/>
            <pc:sldMk cId="1731522353" sldId="413"/>
            <ac:spMk id="5" creationId="{95667A75-8604-F9B2-EEE4-E404516B002B}"/>
          </ac:spMkLst>
        </pc:spChg>
        <pc:graphicFrameChg chg="mod modGraphic">
          <ac:chgData name="Chamberlain, Darryl" userId="612b89cd-be70-4d41-8501-0dc01e40e001" providerId="ADAL" clId="{36C9C271-54C4-4694-89EE-C8734417126D}" dt="2026-10-15T14:19:40.818" v="1470" actId="255"/>
          <ac:graphicFrameMkLst>
            <pc:docMk/>
            <pc:sldMk cId="1731522353" sldId="413"/>
            <ac:graphicFrameMk id="2" creationId="{476F44F6-D8C7-7EF8-7388-4C99BEBF7F29}"/>
          </ac:graphicFrameMkLst>
        </pc:graphicFrameChg>
      </pc:sldChg>
      <pc:sldChg chg="addSp delSp modSp add mod">
        <pc:chgData name="Chamberlain, Darryl" userId="612b89cd-be70-4d41-8501-0dc01e40e001" providerId="ADAL" clId="{36C9C271-54C4-4694-89EE-C8734417126D}" dt="2026-10-15T14:26:37.861" v="1521" actId="22"/>
        <pc:sldMkLst>
          <pc:docMk/>
          <pc:sldMk cId="1736549655" sldId="414"/>
        </pc:sldMkLst>
        <pc:spChg chg="add mod">
          <ac:chgData name="Chamberlain, Darryl" userId="612b89cd-be70-4d41-8501-0dc01e40e001" providerId="ADAL" clId="{36C9C271-54C4-4694-89EE-C8734417126D}" dt="2026-10-15T14:23:50.646" v="1519" actId="1076"/>
          <ac:spMkLst>
            <pc:docMk/>
            <pc:sldMk cId="1736549655" sldId="414"/>
            <ac:spMk id="4" creationId="{403D84C4-9314-848D-798A-E0D06F069856}"/>
          </ac:spMkLst>
        </pc:spChg>
        <pc:spChg chg="mod">
          <ac:chgData name="Chamberlain, Darryl" userId="612b89cd-be70-4d41-8501-0dc01e40e001" providerId="ADAL" clId="{36C9C271-54C4-4694-89EE-C8734417126D}" dt="2026-10-15T14:20:59.179" v="1498" actId="20577"/>
          <ac:spMkLst>
            <pc:docMk/>
            <pc:sldMk cId="1736549655" sldId="414"/>
            <ac:spMk id="5" creationId="{51A314E7-6CBE-991D-66F3-AFC92D17B506}"/>
          </ac:spMkLst>
        </pc:spChg>
        <pc:spChg chg="add del">
          <ac:chgData name="Chamberlain, Darryl" userId="612b89cd-be70-4d41-8501-0dc01e40e001" providerId="ADAL" clId="{36C9C271-54C4-4694-89EE-C8734417126D}" dt="2026-10-15T14:26:37.861" v="1521" actId="22"/>
          <ac:spMkLst>
            <pc:docMk/>
            <pc:sldMk cId="1736549655" sldId="414"/>
            <ac:spMk id="7" creationId="{83A6A1BA-2CF2-38FB-6B40-3D6BBCFF48D4}"/>
          </ac:spMkLst>
        </pc:spChg>
        <pc:graphicFrameChg chg="del mod modGraphic">
          <ac:chgData name="Chamberlain, Darryl" userId="612b89cd-be70-4d41-8501-0dc01e40e001" providerId="ADAL" clId="{36C9C271-54C4-4694-89EE-C8734417126D}" dt="2026-10-15T14:21:49.901" v="1507" actId="478"/>
          <ac:graphicFrameMkLst>
            <pc:docMk/>
            <pc:sldMk cId="1736549655" sldId="414"/>
            <ac:graphicFrameMk id="2" creationId="{EE913342-5E81-6F7B-CCD5-DF1F3619226A}"/>
          </ac:graphicFrameMkLst>
        </pc:graphicFrameChg>
      </pc:sldChg>
      <pc:sldChg chg="addSp delSp modSp add mod addAnim delAnim modAnim">
        <pc:chgData name="Chamberlain, Darryl" userId="612b89cd-be70-4d41-8501-0dc01e40e001" providerId="ADAL" clId="{36C9C271-54C4-4694-89EE-C8734417126D}" dt="2026-10-15T14:33:38.409" v="1592"/>
        <pc:sldMkLst>
          <pc:docMk/>
          <pc:sldMk cId="4114474266" sldId="415"/>
        </pc:sldMkLst>
        <pc:spChg chg="del">
          <ac:chgData name="Chamberlain, Darryl" userId="612b89cd-be70-4d41-8501-0dc01e40e001" providerId="ADAL" clId="{36C9C271-54C4-4694-89EE-C8734417126D}" dt="2026-10-15T14:26:51.003" v="1548" actId="478"/>
          <ac:spMkLst>
            <pc:docMk/>
            <pc:sldMk cId="4114474266" sldId="415"/>
            <ac:spMk id="4" creationId="{165B31F6-981C-3848-118F-14751CA4EE21}"/>
          </ac:spMkLst>
        </pc:spChg>
        <pc:spChg chg="mod">
          <ac:chgData name="Chamberlain, Darryl" userId="612b89cd-be70-4d41-8501-0dc01e40e001" providerId="ADAL" clId="{36C9C271-54C4-4694-89EE-C8734417126D}" dt="2026-10-15T14:26:48.571" v="1547" actId="20577"/>
          <ac:spMkLst>
            <pc:docMk/>
            <pc:sldMk cId="4114474266" sldId="415"/>
            <ac:spMk id="5" creationId="{62BA17B7-C92B-D53A-72BC-CFBA3B074148}"/>
          </ac:spMkLst>
        </pc:spChg>
        <pc:spChg chg="add mod">
          <ac:chgData name="Chamberlain, Darryl" userId="612b89cd-be70-4d41-8501-0dc01e40e001" providerId="ADAL" clId="{36C9C271-54C4-4694-89EE-C8734417126D}" dt="2026-10-15T14:32:06.930" v="1588" actId="1076"/>
          <ac:spMkLst>
            <pc:docMk/>
            <pc:sldMk cId="4114474266" sldId="415"/>
            <ac:spMk id="6" creationId="{93D193B1-A1AC-8AFD-F7A6-FCC25BADCEF6}"/>
          </ac:spMkLst>
        </pc:spChg>
        <pc:picChg chg="add mod">
          <ac:chgData name="Chamberlain, Darryl" userId="612b89cd-be70-4d41-8501-0dc01e40e001" providerId="ADAL" clId="{36C9C271-54C4-4694-89EE-C8734417126D}" dt="2026-10-15T14:32:10.259" v="1589" actId="1076"/>
          <ac:picMkLst>
            <pc:docMk/>
            <pc:sldMk cId="4114474266" sldId="415"/>
            <ac:picMk id="2" creationId="{4FE63301-3B70-15F0-BF69-38E9B6BD5DB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3382E-39D2-214A-BD32-6A88F16428CB}"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6B40E1-6B58-6542-B459-683BEC69D23B}" type="slidenum">
              <a:rPr lang="en-US" smtClean="0"/>
              <a:t>‹#›</a:t>
            </a:fld>
            <a:endParaRPr lang="en-US"/>
          </a:p>
        </p:txBody>
      </p:sp>
    </p:spTree>
    <p:extLst>
      <p:ext uri="{BB962C8B-B14F-4D97-AF65-F5344CB8AC3E}">
        <p14:creationId xmlns:p14="http://schemas.microsoft.com/office/powerpoint/2010/main" val="2006911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text slide</a:t>
            </a:r>
          </a:p>
        </p:txBody>
      </p:sp>
      <p:sp>
        <p:nvSpPr>
          <p:cNvPr id="4" name="Slide Number Placeholder 3"/>
          <p:cNvSpPr>
            <a:spLocks noGrp="1"/>
          </p:cNvSpPr>
          <p:nvPr>
            <p:ph type="sldNum" sz="quarter" idx="5"/>
          </p:nvPr>
        </p:nvSpPr>
        <p:spPr/>
        <p:txBody>
          <a:bodyPr/>
          <a:lstStyle/>
          <a:p>
            <a:fld id="{716B40E1-6B58-6542-B459-683BEC69D23B}" type="slidenum">
              <a:rPr lang="en-US" smtClean="0"/>
              <a:t>2</a:t>
            </a:fld>
            <a:endParaRPr lang="en-US"/>
          </a:p>
        </p:txBody>
      </p:sp>
    </p:spTree>
    <p:extLst>
      <p:ext uri="{BB962C8B-B14F-4D97-AF65-F5344CB8AC3E}">
        <p14:creationId xmlns:p14="http://schemas.microsoft.com/office/powerpoint/2010/main" val="3115750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624FD-E877-2424-FE3E-9AE6FA562D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2EEE2-4FDE-2BB7-0402-D003A2DBE8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AADC32-C227-163C-90D1-9DAAA7758E77}"/>
              </a:ext>
            </a:extLst>
          </p:cNvPr>
          <p:cNvSpPr>
            <a:spLocks noGrp="1"/>
          </p:cNvSpPr>
          <p:nvPr>
            <p:ph type="body" idx="1"/>
          </p:nvPr>
        </p:nvSpPr>
        <p:spPr/>
        <p:txBody>
          <a:bodyPr/>
          <a:lstStyle/>
          <a:p>
            <a:r>
              <a:rPr lang="en-US" dirty="0"/>
              <a:t>Full text slide</a:t>
            </a:r>
          </a:p>
        </p:txBody>
      </p:sp>
      <p:sp>
        <p:nvSpPr>
          <p:cNvPr id="4" name="Slide Number Placeholder 3">
            <a:extLst>
              <a:ext uri="{FF2B5EF4-FFF2-40B4-BE49-F238E27FC236}">
                <a16:creationId xmlns:a16="http://schemas.microsoft.com/office/drawing/2014/main" id="{C2AF657B-189C-B8D0-440E-7AD52CAB1697}"/>
              </a:ext>
            </a:extLst>
          </p:cNvPr>
          <p:cNvSpPr>
            <a:spLocks noGrp="1"/>
          </p:cNvSpPr>
          <p:nvPr>
            <p:ph type="sldNum" sz="quarter" idx="5"/>
          </p:nvPr>
        </p:nvSpPr>
        <p:spPr/>
        <p:txBody>
          <a:bodyPr/>
          <a:lstStyle/>
          <a:p>
            <a:fld id="{716B40E1-6B58-6542-B459-683BEC69D23B}" type="slidenum">
              <a:rPr lang="en-US" smtClean="0"/>
              <a:t>3</a:t>
            </a:fld>
            <a:endParaRPr lang="en-US"/>
          </a:p>
        </p:txBody>
      </p:sp>
    </p:spTree>
    <p:extLst>
      <p:ext uri="{BB962C8B-B14F-4D97-AF65-F5344CB8AC3E}">
        <p14:creationId xmlns:p14="http://schemas.microsoft.com/office/powerpoint/2010/main" val="3757487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19CAB-D906-E445-E79E-70AC44CC1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1D276-26BB-DE7B-BC67-E33F48E75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CF6A6-263E-DB1D-E596-2BF43AAD14DC}"/>
              </a:ext>
            </a:extLst>
          </p:cNvPr>
          <p:cNvSpPr>
            <a:spLocks noGrp="1"/>
          </p:cNvSpPr>
          <p:nvPr>
            <p:ph type="body" idx="1"/>
          </p:nvPr>
        </p:nvSpPr>
        <p:spPr/>
        <p:txBody>
          <a:bodyPr/>
          <a:lstStyle/>
          <a:p>
            <a:r>
              <a:rPr lang="en-US" dirty="0"/>
              <a:t>Full text slide</a:t>
            </a:r>
          </a:p>
        </p:txBody>
      </p:sp>
      <p:sp>
        <p:nvSpPr>
          <p:cNvPr id="4" name="Slide Number Placeholder 3">
            <a:extLst>
              <a:ext uri="{FF2B5EF4-FFF2-40B4-BE49-F238E27FC236}">
                <a16:creationId xmlns:a16="http://schemas.microsoft.com/office/drawing/2014/main" id="{38700934-8B3C-AAD1-74D6-B7CA7A65050D}"/>
              </a:ext>
            </a:extLst>
          </p:cNvPr>
          <p:cNvSpPr>
            <a:spLocks noGrp="1"/>
          </p:cNvSpPr>
          <p:nvPr>
            <p:ph type="sldNum" sz="quarter" idx="5"/>
          </p:nvPr>
        </p:nvSpPr>
        <p:spPr/>
        <p:txBody>
          <a:bodyPr/>
          <a:lstStyle/>
          <a:p>
            <a:fld id="{716B40E1-6B58-6542-B459-683BEC69D23B}" type="slidenum">
              <a:rPr lang="en-US" smtClean="0"/>
              <a:t>4</a:t>
            </a:fld>
            <a:endParaRPr lang="en-US"/>
          </a:p>
        </p:txBody>
      </p:sp>
    </p:spTree>
    <p:extLst>
      <p:ext uri="{BB962C8B-B14F-4D97-AF65-F5344CB8AC3E}">
        <p14:creationId xmlns:p14="http://schemas.microsoft.com/office/powerpoint/2010/main" val="2973599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7CCC5-9A23-5D77-2536-34058E8A1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728F9-A072-B76D-6456-0C9568F0F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96ECE7-A025-A03B-915E-EFBB8BEA17A8}"/>
              </a:ext>
            </a:extLst>
          </p:cNvPr>
          <p:cNvSpPr>
            <a:spLocks noGrp="1"/>
          </p:cNvSpPr>
          <p:nvPr>
            <p:ph type="body" idx="1"/>
          </p:nvPr>
        </p:nvSpPr>
        <p:spPr/>
        <p:txBody>
          <a:bodyPr/>
          <a:lstStyle/>
          <a:p>
            <a:r>
              <a:rPr lang="en-US" dirty="0"/>
              <a:t>Full text slide</a:t>
            </a:r>
          </a:p>
        </p:txBody>
      </p:sp>
      <p:sp>
        <p:nvSpPr>
          <p:cNvPr id="4" name="Slide Number Placeholder 3">
            <a:extLst>
              <a:ext uri="{FF2B5EF4-FFF2-40B4-BE49-F238E27FC236}">
                <a16:creationId xmlns:a16="http://schemas.microsoft.com/office/drawing/2014/main" id="{9EB1F046-E90E-8B86-81EB-28D975B01605}"/>
              </a:ext>
            </a:extLst>
          </p:cNvPr>
          <p:cNvSpPr>
            <a:spLocks noGrp="1"/>
          </p:cNvSpPr>
          <p:nvPr>
            <p:ph type="sldNum" sz="quarter" idx="5"/>
          </p:nvPr>
        </p:nvSpPr>
        <p:spPr/>
        <p:txBody>
          <a:bodyPr/>
          <a:lstStyle/>
          <a:p>
            <a:fld id="{716B40E1-6B58-6542-B459-683BEC69D23B}" type="slidenum">
              <a:rPr lang="en-US" smtClean="0"/>
              <a:t>5</a:t>
            </a:fld>
            <a:endParaRPr lang="en-US"/>
          </a:p>
        </p:txBody>
      </p:sp>
    </p:spTree>
    <p:extLst>
      <p:ext uri="{BB962C8B-B14F-4D97-AF65-F5344CB8AC3E}">
        <p14:creationId xmlns:p14="http://schemas.microsoft.com/office/powerpoint/2010/main" val="1414363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5DBC9-E11E-DF6C-F08D-205355250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761DA-1207-5FD9-0CB9-5F69B235D1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3F6D93-5D62-F696-0AA0-7110D0C7D9E8}"/>
              </a:ext>
            </a:extLst>
          </p:cNvPr>
          <p:cNvSpPr>
            <a:spLocks noGrp="1"/>
          </p:cNvSpPr>
          <p:nvPr>
            <p:ph type="body" idx="1"/>
          </p:nvPr>
        </p:nvSpPr>
        <p:spPr/>
        <p:txBody>
          <a:bodyPr/>
          <a:lstStyle/>
          <a:p>
            <a:r>
              <a:rPr lang="en-US" dirty="0"/>
              <a:t>Full text slide</a:t>
            </a:r>
          </a:p>
        </p:txBody>
      </p:sp>
      <p:sp>
        <p:nvSpPr>
          <p:cNvPr id="4" name="Slide Number Placeholder 3">
            <a:extLst>
              <a:ext uri="{FF2B5EF4-FFF2-40B4-BE49-F238E27FC236}">
                <a16:creationId xmlns:a16="http://schemas.microsoft.com/office/drawing/2014/main" id="{06BB4581-94FC-5597-B6A7-B4FF4516EF5B}"/>
              </a:ext>
            </a:extLst>
          </p:cNvPr>
          <p:cNvSpPr>
            <a:spLocks noGrp="1"/>
          </p:cNvSpPr>
          <p:nvPr>
            <p:ph type="sldNum" sz="quarter" idx="5"/>
          </p:nvPr>
        </p:nvSpPr>
        <p:spPr/>
        <p:txBody>
          <a:bodyPr/>
          <a:lstStyle/>
          <a:p>
            <a:fld id="{716B40E1-6B58-6542-B459-683BEC69D23B}" type="slidenum">
              <a:rPr lang="en-US" smtClean="0"/>
              <a:t>6</a:t>
            </a:fld>
            <a:endParaRPr lang="en-US"/>
          </a:p>
        </p:txBody>
      </p:sp>
    </p:spTree>
    <p:extLst>
      <p:ext uri="{BB962C8B-B14F-4D97-AF65-F5344CB8AC3E}">
        <p14:creationId xmlns:p14="http://schemas.microsoft.com/office/powerpoint/2010/main" val="2598877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F08F8-B76C-913E-2155-728ADDE05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3F4358-82F5-3D3B-7DB5-D1B15E9464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53D357-FBF7-177F-0C1D-8B8B51D4FD2E}"/>
              </a:ext>
            </a:extLst>
          </p:cNvPr>
          <p:cNvSpPr>
            <a:spLocks noGrp="1"/>
          </p:cNvSpPr>
          <p:nvPr>
            <p:ph type="body" idx="1"/>
          </p:nvPr>
        </p:nvSpPr>
        <p:spPr/>
        <p:txBody>
          <a:bodyPr/>
          <a:lstStyle/>
          <a:p>
            <a:r>
              <a:rPr lang="en-US" dirty="0"/>
              <a:t>Full text slide</a:t>
            </a:r>
          </a:p>
        </p:txBody>
      </p:sp>
      <p:sp>
        <p:nvSpPr>
          <p:cNvPr id="4" name="Slide Number Placeholder 3">
            <a:extLst>
              <a:ext uri="{FF2B5EF4-FFF2-40B4-BE49-F238E27FC236}">
                <a16:creationId xmlns:a16="http://schemas.microsoft.com/office/drawing/2014/main" id="{1ED8B5F2-EFC7-54A7-B524-332E5178DF03}"/>
              </a:ext>
            </a:extLst>
          </p:cNvPr>
          <p:cNvSpPr>
            <a:spLocks noGrp="1"/>
          </p:cNvSpPr>
          <p:nvPr>
            <p:ph type="sldNum" sz="quarter" idx="5"/>
          </p:nvPr>
        </p:nvSpPr>
        <p:spPr/>
        <p:txBody>
          <a:bodyPr/>
          <a:lstStyle/>
          <a:p>
            <a:fld id="{716B40E1-6B58-6542-B459-683BEC69D23B}" type="slidenum">
              <a:rPr lang="en-US" smtClean="0"/>
              <a:t>7</a:t>
            </a:fld>
            <a:endParaRPr lang="en-US"/>
          </a:p>
        </p:txBody>
      </p:sp>
    </p:spTree>
    <p:extLst>
      <p:ext uri="{BB962C8B-B14F-4D97-AF65-F5344CB8AC3E}">
        <p14:creationId xmlns:p14="http://schemas.microsoft.com/office/powerpoint/2010/main" val="1551532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CCC10-9968-63B6-A610-2A2365969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38722-EE48-016E-3154-3FE5179059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373D7-2F71-0138-BD44-17357C7366DE}"/>
              </a:ext>
            </a:extLst>
          </p:cNvPr>
          <p:cNvSpPr>
            <a:spLocks noGrp="1"/>
          </p:cNvSpPr>
          <p:nvPr>
            <p:ph type="body" idx="1"/>
          </p:nvPr>
        </p:nvSpPr>
        <p:spPr/>
        <p:txBody>
          <a:bodyPr/>
          <a:lstStyle/>
          <a:p>
            <a:r>
              <a:rPr lang="en-US" dirty="0"/>
              <a:t>Full text slide</a:t>
            </a:r>
          </a:p>
        </p:txBody>
      </p:sp>
      <p:sp>
        <p:nvSpPr>
          <p:cNvPr id="4" name="Slide Number Placeholder 3">
            <a:extLst>
              <a:ext uri="{FF2B5EF4-FFF2-40B4-BE49-F238E27FC236}">
                <a16:creationId xmlns:a16="http://schemas.microsoft.com/office/drawing/2014/main" id="{133D5A1C-EB61-B8EA-BFA2-4CA923C15E0E}"/>
              </a:ext>
            </a:extLst>
          </p:cNvPr>
          <p:cNvSpPr>
            <a:spLocks noGrp="1"/>
          </p:cNvSpPr>
          <p:nvPr>
            <p:ph type="sldNum" sz="quarter" idx="5"/>
          </p:nvPr>
        </p:nvSpPr>
        <p:spPr/>
        <p:txBody>
          <a:bodyPr/>
          <a:lstStyle/>
          <a:p>
            <a:fld id="{716B40E1-6B58-6542-B459-683BEC69D23B}" type="slidenum">
              <a:rPr lang="en-US" smtClean="0"/>
              <a:t>8</a:t>
            </a:fld>
            <a:endParaRPr lang="en-US"/>
          </a:p>
        </p:txBody>
      </p:sp>
    </p:spTree>
    <p:extLst>
      <p:ext uri="{BB962C8B-B14F-4D97-AF65-F5344CB8AC3E}">
        <p14:creationId xmlns:p14="http://schemas.microsoft.com/office/powerpoint/2010/main" val="3476973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Questions slide</a:t>
            </a:r>
          </a:p>
        </p:txBody>
      </p:sp>
      <p:sp>
        <p:nvSpPr>
          <p:cNvPr id="4" name="Slide Number Placeholder 3"/>
          <p:cNvSpPr>
            <a:spLocks noGrp="1"/>
          </p:cNvSpPr>
          <p:nvPr>
            <p:ph type="sldNum" sz="quarter" idx="5"/>
          </p:nvPr>
        </p:nvSpPr>
        <p:spPr/>
        <p:txBody>
          <a:bodyPr/>
          <a:lstStyle/>
          <a:p>
            <a:fld id="{716B40E1-6B58-6542-B459-683BEC69D23B}" type="slidenum">
              <a:rPr lang="en-US" smtClean="0"/>
              <a:t>9</a:t>
            </a:fld>
            <a:endParaRPr lang="en-US"/>
          </a:p>
        </p:txBody>
      </p:sp>
    </p:spTree>
    <p:extLst>
      <p:ext uri="{BB962C8B-B14F-4D97-AF65-F5344CB8AC3E}">
        <p14:creationId xmlns:p14="http://schemas.microsoft.com/office/powerpoint/2010/main" val="1517976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Slide">
    <p:bg>
      <p:bgPr>
        <a:solidFill>
          <a:srgbClr val="00509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667602-36C6-AD4B-A000-91432EB808E0}"/>
              </a:ext>
            </a:extLst>
          </p:cNvPr>
          <p:cNvSpPr/>
          <p:nvPr userDrawn="1"/>
        </p:nvSpPr>
        <p:spPr>
          <a:xfrm rot="5400000">
            <a:off x="2667001" y="-2666997"/>
            <a:ext cx="6858000" cy="12191998"/>
          </a:xfrm>
          <a:prstGeom prst="rect">
            <a:avLst/>
          </a:prstGeom>
          <a:solidFill>
            <a:srgbClr val="0050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716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ey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667602-36C6-AD4B-A000-91432EB808E0}"/>
              </a:ext>
            </a:extLst>
          </p:cNvPr>
          <p:cNvSpPr/>
          <p:nvPr userDrawn="1"/>
        </p:nvSpPr>
        <p:spPr>
          <a:xfrm rot="5400000">
            <a:off x="2667001" y="-2666997"/>
            <a:ext cx="6858000" cy="1219199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3536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ull Photo Slide">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130631"/>
            <a:ext cx="12191999" cy="6727368"/>
          </a:xfrm>
        </p:spPr>
        <p:txBody>
          <a:bodyPr rtlCol="0">
            <a:normAutofit/>
          </a:bodyPr>
          <a:lstStyle/>
          <a:p>
            <a:pPr lvl="0"/>
            <a:endParaRPr lang="id-ID" noProof="0"/>
          </a:p>
        </p:txBody>
      </p:sp>
      <p:sp>
        <p:nvSpPr>
          <p:cNvPr id="6" name="Rectangle 5">
            <a:extLst>
              <a:ext uri="{FF2B5EF4-FFF2-40B4-BE49-F238E27FC236}">
                <a16:creationId xmlns:a16="http://schemas.microsoft.com/office/drawing/2014/main" id="{4399BA26-EDCB-AC4B-9868-01158775465D}"/>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238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r and Eag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720433-1BF1-DD46-86BC-2B9E6B0DF805}"/>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Logo&#10;&#10;Description automatically generated with low confidence">
            <a:extLst>
              <a:ext uri="{FF2B5EF4-FFF2-40B4-BE49-F238E27FC236}">
                <a16:creationId xmlns:a16="http://schemas.microsoft.com/office/drawing/2014/main" id="{D5C2ECB1-A06C-5C4F-BDAC-D3DA513A00D7}"/>
              </a:ext>
            </a:extLst>
          </p:cNvPr>
          <p:cNvPicPr>
            <a:picLocks noChangeAspect="1"/>
          </p:cNvPicPr>
          <p:nvPr userDrawn="1"/>
        </p:nvPicPr>
        <p:blipFill>
          <a:blip r:embed="rId2"/>
          <a:stretch>
            <a:fillRect/>
          </a:stretch>
        </p:blipFill>
        <p:spPr>
          <a:xfrm>
            <a:off x="10117874" y="332678"/>
            <a:ext cx="1828800" cy="304800"/>
          </a:xfrm>
          <a:prstGeom prst="rect">
            <a:avLst/>
          </a:prstGeom>
        </p:spPr>
      </p:pic>
    </p:spTree>
    <p:extLst>
      <p:ext uri="{BB962C8B-B14F-4D97-AF65-F5344CB8AC3E}">
        <p14:creationId xmlns:p14="http://schemas.microsoft.com/office/powerpoint/2010/main" val="100177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096000" y="130632"/>
            <a:ext cx="6096000" cy="6727368"/>
          </a:xfrm>
        </p:spPr>
        <p:txBody>
          <a:bodyPr rtlCol="0">
            <a:normAutofit/>
          </a:bodyPr>
          <a:lstStyle/>
          <a:p>
            <a:pPr lvl="0"/>
            <a:endParaRPr lang="id-ID" noProof="0"/>
          </a:p>
        </p:txBody>
      </p:sp>
      <p:sp>
        <p:nvSpPr>
          <p:cNvPr id="6" name="Rectangle 5">
            <a:extLst>
              <a:ext uri="{FF2B5EF4-FFF2-40B4-BE49-F238E27FC236}">
                <a16:creationId xmlns:a16="http://schemas.microsoft.com/office/drawing/2014/main" id="{4F3DD172-42CC-124A-9EAD-DBF3A73E0068}"/>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Logo&#10;&#10;Description automatically generated with low confidence">
            <a:extLst>
              <a:ext uri="{FF2B5EF4-FFF2-40B4-BE49-F238E27FC236}">
                <a16:creationId xmlns:a16="http://schemas.microsoft.com/office/drawing/2014/main" id="{1E80EC0A-110A-E24C-8252-9E6BDE8B2BC7}"/>
              </a:ext>
            </a:extLst>
          </p:cNvPr>
          <p:cNvPicPr>
            <a:picLocks noChangeAspect="1"/>
          </p:cNvPicPr>
          <p:nvPr userDrawn="1"/>
        </p:nvPicPr>
        <p:blipFill>
          <a:blip r:embed="rId2"/>
          <a:stretch>
            <a:fillRect/>
          </a:stretch>
        </p:blipFill>
        <p:spPr>
          <a:xfrm>
            <a:off x="252763" y="332678"/>
            <a:ext cx="1828800" cy="304800"/>
          </a:xfrm>
          <a:prstGeom prst="rect">
            <a:avLst/>
          </a:prstGeom>
        </p:spPr>
      </p:pic>
    </p:spTree>
    <p:extLst>
      <p:ext uri="{BB962C8B-B14F-4D97-AF65-F5344CB8AC3E}">
        <p14:creationId xmlns:p14="http://schemas.microsoft.com/office/powerpoint/2010/main" val="1029100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rey Bottom">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07C24F-5714-9146-B66B-2C051B258AAD}"/>
              </a:ext>
            </a:extLst>
          </p:cNvPr>
          <p:cNvSpPr/>
          <p:nvPr userDrawn="1"/>
        </p:nvSpPr>
        <p:spPr>
          <a:xfrm>
            <a:off x="4155" y="2416629"/>
            <a:ext cx="12187845" cy="44413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F33695F-4D59-104F-9559-894258EB7985}"/>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Logo&#10;&#10;Description automatically generated with low confidence">
            <a:extLst>
              <a:ext uri="{FF2B5EF4-FFF2-40B4-BE49-F238E27FC236}">
                <a16:creationId xmlns:a16="http://schemas.microsoft.com/office/drawing/2014/main" id="{59E19346-CE04-0C4F-9903-979A2D6E7878}"/>
              </a:ext>
            </a:extLst>
          </p:cNvPr>
          <p:cNvPicPr>
            <a:picLocks noChangeAspect="1"/>
          </p:cNvPicPr>
          <p:nvPr userDrawn="1"/>
        </p:nvPicPr>
        <p:blipFill>
          <a:blip r:embed="rId2"/>
          <a:stretch>
            <a:fillRect/>
          </a:stretch>
        </p:blipFill>
        <p:spPr>
          <a:xfrm>
            <a:off x="10117874" y="332678"/>
            <a:ext cx="1828800" cy="304800"/>
          </a:xfrm>
          <a:prstGeom prst="rect">
            <a:avLst/>
          </a:prstGeom>
        </p:spPr>
      </p:pic>
    </p:spTree>
    <p:extLst>
      <p:ext uri="{BB962C8B-B14F-4D97-AF65-F5344CB8AC3E}">
        <p14:creationId xmlns:p14="http://schemas.microsoft.com/office/powerpoint/2010/main" val="21602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Grid 2">
    <p:spTree>
      <p:nvGrpSpPr>
        <p:cNvPr id="1" name=""/>
        <p:cNvGrpSpPr/>
        <p:nvPr/>
      </p:nvGrpSpPr>
      <p:grpSpPr>
        <a:xfrm>
          <a:off x="0" y="0"/>
          <a:ext cx="0" cy="0"/>
          <a:chOff x="0" y="0"/>
          <a:chExt cx="0" cy="0"/>
        </a:xfrm>
      </p:grpSpPr>
      <p:sp>
        <p:nvSpPr>
          <p:cNvPr id="12" name="Picture Placeholder 6"/>
          <p:cNvSpPr>
            <a:spLocks noGrp="1"/>
          </p:cNvSpPr>
          <p:nvPr>
            <p:ph type="pic" sz="quarter" idx="16"/>
          </p:nvPr>
        </p:nvSpPr>
        <p:spPr>
          <a:xfrm>
            <a:off x="6211979" y="1096831"/>
            <a:ext cx="5267740" cy="5286273"/>
          </a:xfrm>
        </p:spPr>
        <p:txBody>
          <a:bodyPr rtlCol="0">
            <a:normAutofit/>
          </a:bodyPr>
          <a:lstStyle/>
          <a:p>
            <a:pPr lvl="0"/>
            <a:endParaRPr lang="id-ID" noProof="0"/>
          </a:p>
        </p:txBody>
      </p:sp>
      <p:sp>
        <p:nvSpPr>
          <p:cNvPr id="15" name="Rectangle 14">
            <a:extLst>
              <a:ext uri="{FF2B5EF4-FFF2-40B4-BE49-F238E27FC236}">
                <a16:creationId xmlns:a16="http://schemas.microsoft.com/office/drawing/2014/main" id="{6C48CE8E-5B1A-3440-BE06-3A2B68613173}"/>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icture Placeholder 6">
            <a:extLst>
              <a:ext uri="{FF2B5EF4-FFF2-40B4-BE49-F238E27FC236}">
                <a16:creationId xmlns:a16="http://schemas.microsoft.com/office/drawing/2014/main" id="{BFE76E5C-EF04-924F-B550-7B13EDC8D90F}"/>
              </a:ext>
            </a:extLst>
          </p:cNvPr>
          <p:cNvSpPr>
            <a:spLocks noGrp="1"/>
          </p:cNvSpPr>
          <p:nvPr>
            <p:ph type="pic" sz="quarter" idx="17"/>
          </p:nvPr>
        </p:nvSpPr>
        <p:spPr>
          <a:xfrm>
            <a:off x="732454" y="1096831"/>
            <a:ext cx="5267740" cy="5286273"/>
          </a:xfrm>
        </p:spPr>
        <p:txBody>
          <a:bodyPr rtlCol="0">
            <a:normAutofit/>
          </a:bodyPr>
          <a:lstStyle/>
          <a:p>
            <a:pPr lvl="0"/>
            <a:endParaRPr lang="id-ID" noProof="0"/>
          </a:p>
        </p:txBody>
      </p:sp>
      <p:pic>
        <p:nvPicPr>
          <p:cNvPr id="6" name="Picture 5" descr="Logo&#10;&#10;Description automatically generated with low confidence">
            <a:extLst>
              <a:ext uri="{FF2B5EF4-FFF2-40B4-BE49-F238E27FC236}">
                <a16:creationId xmlns:a16="http://schemas.microsoft.com/office/drawing/2014/main" id="{8FF38597-57EC-F849-BDEE-27EE30A0BD71}"/>
              </a:ext>
            </a:extLst>
          </p:cNvPr>
          <p:cNvPicPr>
            <a:picLocks noChangeAspect="1"/>
          </p:cNvPicPr>
          <p:nvPr userDrawn="1"/>
        </p:nvPicPr>
        <p:blipFill>
          <a:blip r:embed="rId2"/>
          <a:stretch>
            <a:fillRect/>
          </a:stretch>
        </p:blipFill>
        <p:spPr>
          <a:xfrm>
            <a:off x="10117874" y="332678"/>
            <a:ext cx="1828800" cy="304800"/>
          </a:xfrm>
          <a:prstGeom prst="rect">
            <a:avLst/>
          </a:prstGeom>
        </p:spPr>
      </p:pic>
    </p:spTree>
    <p:extLst>
      <p:ext uri="{BB962C8B-B14F-4D97-AF65-F5344CB8AC3E}">
        <p14:creationId xmlns:p14="http://schemas.microsoft.com/office/powerpoint/2010/main" val="709646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hoto Grid 4">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C48CE8E-5B1A-3440-BE06-3A2B68613173}"/>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icture Placeholder 6">
            <a:extLst>
              <a:ext uri="{FF2B5EF4-FFF2-40B4-BE49-F238E27FC236}">
                <a16:creationId xmlns:a16="http://schemas.microsoft.com/office/drawing/2014/main" id="{4D8B2EE7-F678-644E-9B74-ED8D8C4BC12B}"/>
              </a:ext>
            </a:extLst>
          </p:cNvPr>
          <p:cNvSpPr>
            <a:spLocks noGrp="1"/>
          </p:cNvSpPr>
          <p:nvPr>
            <p:ph type="pic" sz="quarter" idx="13"/>
          </p:nvPr>
        </p:nvSpPr>
        <p:spPr>
          <a:xfrm>
            <a:off x="732454" y="3848825"/>
            <a:ext cx="2532270" cy="2534279"/>
          </a:xfrm>
        </p:spPr>
        <p:txBody>
          <a:bodyPr rtlCol="0">
            <a:normAutofit/>
          </a:bodyPr>
          <a:lstStyle/>
          <a:p>
            <a:pPr lvl="0"/>
            <a:endParaRPr lang="id-ID" noProof="0"/>
          </a:p>
        </p:txBody>
      </p:sp>
      <p:sp>
        <p:nvSpPr>
          <p:cNvPr id="18" name="Picture Placeholder 6">
            <a:extLst>
              <a:ext uri="{FF2B5EF4-FFF2-40B4-BE49-F238E27FC236}">
                <a16:creationId xmlns:a16="http://schemas.microsoft.com/office/drawing/2014/main" id="{E6119E26-FE16-CF4A-AF8C-EB4189FF677B}"/>
              </a:ext>
            </a:extLst>
          </p:cNvPr>
          <p:cNvSpPr>
            <a:spLocks noGrp="1"/>
          </p:cNvSpPr>
          <p:nvPr>
            <p:ph type="pic" sz="quarter" idx="14"/>
          </p:nvPr>
        </p:nvSpPr>
        <p:spPr>
          <a:xfrm>
            <a:off x="3467924" y="3848825"/>
            <a:ext cx="2532270" cy="2534279"/>
          </a:xfrm>
        </p:spPr>
        <p:txBody>
          <a:bodyPr rtlCol="0">
            <a:normAutofit/>
          </a:bodyPr>
          <a:lstStyle/>
          <a:p>
            <a:pPr lvl="0"/>
            <a:endParaRPr lang="id-ID" noProof="0"/>
          </a:p>
        </p:txBody>
      </p:sp>
      <p:sp>
        <p:nvSpPr>
          <p:cNvPr id="22" name="Picture Placeholder 6">
            <a:extLst>
              <a:ext uri="{FF2B5EF4-FFF2-40B4-BE49-F238E27FC236}">
                <a16:creationId xmlns:a16="http://schemas.microsoft.com/office/drawing/2014/main" id="{0FD87CB3-7E5E-DF4B-BF7D-C87531280D84}"/>
              </a:ext>
            </a:extLst>
          </p:cNvPr>
          <p:cNvSpPr>
            <a:spLocks noGrp="1"/>
          </p:cNvSpPr>
          <p:nvPr>
            <p:ph type="pic" sz="quarter" idx="17"/>
          </p:nvPr>
        </p:nvSpPr>
        <p:spPr>
          <a:xfrm>
            <a:off x="6211979" y="1096831"/>
            <a:ext cx="5267740" cy="5286273"/>
          </a:xfrm>
        </p:spPr>
        <p:txBody>
          <a:bodyPr rtlCol="0">
            <a:normAutofit/>
          </a:bodyPr>
          <a:lstStyle/>
          <a:p>
            <a:pPr lvl="0"/>
            <a:endParaRPr lang="id-ID" noProof="0"/>
          </a:p>
        </p:txBody>
      </p:sp>
      <p:sp>
        <p:nvSpPr>
          <p:cNvPr id="23" name="Picture Placeholder 6">
            <a:extLst>
              <a:ext uri="{FF2B5EF4-FFF2-40B4-BE49-F238E27FC236}">
                <a16:creationId xmlns:a16="http://schemas.microsoft.com/office/drawing/2014/main" id="{F0FC16EF-E998-554F-A565-990A0930E11E}"/>
              </a:ext>
            </a:extLst>
          </p:cNvPr>
          <p:cNvSpPr>
            <a:spLocks noGrp="1"/>
          </p:cNvSpPr>
          <p:nvPr>
            <p:ph type="pic" sz="quarter" idx="18"/>
          </p:nvPr>
        </p:nvSpPr>
        <p:spPr>
          <a:xfrm>
            <a:off x="732454" y="1096831"/>
            <a:ext cx="5267740" cy="2534279"/>
          </a:xfrm>
        </p:spPr>
        <p:txBody>
          <a:bodyPr rtlCol="0">
            <a:normAutofit/>
          </a:bodyPr>
          <a:lstStyle/>
          <a:p>
            <a:pPr lvl="0"/>
            <a:endParaRPr lang="id-ID" noProof="0"/>
          </a:p>
        </p:txBody>
      </p:sp>
      <p:pic>
        <p:nvPicPr>
          <p:cNvPr id="8" name="Picture 7" descr="Logo&#10;&#10;Description automatically generated with low confidence">
            <a:extLst>
              <a:ext uri="{FF2B5EF4-FFF2-40B4-BE49-F238E27FC236}">
                <a16:creationId xmlns:a16="http://schemas.microsoft.com/office/drawing/2014/main" id="{DC902EFC-D42D-5D4C-8A23-40A659BF4909}"/>
              </a:ext>
            </a:extLst>
          </p:cNvPr>
          <p:cNvPicPr>
            <a:picLocks noChangeAspect="1"/>
          </p:cNvPicPr>
          <p:nvPr userDrawn="1"/>
        </p:nvPicPr>
        <p:blipFill>
          <a:blip r:embed="rId2"/>
          <a:stretch>
            <a:fillRect/>
          </a:stretch>
        </p:blipFill>
        <p:spPr>
          <a:xfrm>
            <a:off x="10117874" y="332678"/>
            <a:ext cx="1828800" cy="304800"/>
          </a:xfrm>
          <a:prstGeom prst="rect">
            <a:avLst/>
          </a:prstGeom>
        </p:spPr>
      </p:pic>
    </p:spTree>
    <p:extLst>
      <p:ext uri="{BB962C8B-B14F-4D97-AF65-F5344CB8AC3E}">
        <p14:creationId xmlns:p14="http://schemas.microsoft.com/office/powerpoint/2010/main" val="3152476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 Grid Blocks">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C48CE8E-5B1A-3440-BE06-3A2B68613173}"/>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6">
            <a:extLst>
              <a:ext uri="{FF2B5EF4-FFF2-40B4-BE49-F238E27FC236}">
                <a16:creationId xmlns:a16="http://schemas.microsoft.com/office/drawing/2014/main" id="{E6119E26-FE16-CF4A-AF8C-EB4189FF677B}"/>
              </a:ext>
            </a:extLst>
          </p:cNvPr>
          <p:cNvSpPr>
            <a:spLocks noGrp="1"/>
          </p:cNvSpPr>
          <p:nvPr>
            <p:ph type="pic" sz="quarter" idx="14"/>
          </p:nvPr>
        </p:nvSpPr>
        <p:spPr>
          <a:xfrm>
            <a:off x="3467924" y="3848826"/>
            <a:ext cx="2532270" cy="2534279"/>
          </a:xfrm>
        </p:spPr>
        <p:txBody>
          <a:bodyPr rtlCol="0">
            <a:normAutofit/>
          </a:bodyPr>
          <a:lstStyle/>
          <a:p>
            <a:pPr lvl="0"/>
            <a:endParaRPr lang="id-ID" noProof="0"/>
          </a:p>
        </p:txBody>
      </p:sp>
      <p:sp>
        <p:nvSpPr>
          <p:cNvPr id="10" name="Picture Placeholder 6">
            <a:extLst>
              <a:ext uri="{FF2B5EF4-FFF2-40B4-BE49-F238E27FC236}">
                <a16:creationId xmlns:a16="http://schemas.microsoft.com/office/drawing/2014/main" id="{C6F01912-8A2F-3D4C-B185-CB877EFEA24F}"/>
              </a:ext>
            </a:extLst>
          </p:cNvPr>
          <p:cNvSpPr>
            <a:spLocks noGrp="1"/>
          </p:cNvSpPr>
          <p:nvPr>
            <p:ph type="pic" sz="quarter" idx="19"/>
          </p:nvPr>
        </p:nvSpPr>
        <p:spPr>
          <a:xfrm>
            <a:off x="732454" y="1096832"/>
            <a:ext cx="2532270" cy="2534279"/>
          </a:xfrm>
        </p:spPr>
        <p:txBody>
          <a:bodyPr rtlCol="0">
            <a:normAutofit/>
          </a:bodyPr>
          <a:lstStyle/>
          <a:p>
            <a:pPr lvl="0"/>
            <a:endParaRPr lang="id-ID" noProof="0"/>
          </a:p>
        </p:txBody>
      </p:sp>
      <p:sp>
        <p:nvSpPr>
          <p:cNvPr id="20" name="Picture Placeholder 6">
            <a:extLst>
              <a:ext uri="{FF2B5EF4-FFF2-40B4-BE49-F238E27FC236}">
                <a16:creationId xmlns:a16="http://schemas.microsoft.com/office/drawing/2014/main" id="{8572892F-1839-064E-A139-0CEA16D8D66B}"/>
              </a:ext>
            </a:extLst>
          </p:cNvPr>
          <p:cNvSpPr>
            <a:spLocks noGrp="1"/>
          </p:cNvSpPr>
          <p:nvPr>
            <p:ph type="pic" sz="quarter" idx="21"/>
          </p:nvPr>
        </p:nvSpPr>
        <p:spPr>
          <a:xfrm>
            <a:off x="6211979" y="3848826"/>
            <a:ext cx="2532270" cy="2534279"/>
          </a:xfrm>
        </p:spPr>
        <p:txBody>
          <a:bodyPr rtlCol="0">
            <a:normAutofit/>
          </a:bodyPr>
          <a:lstStyle/>
          <a:p>
            <a:pPr lvl="0"/>
            <a:endParaRPr lang="id-ID" noProof="0"/>
          </a:p>
        </p:txBody>
      </p:sp>
      <p:sp>
        <p:nvSpPr>
          <p:cNvPr id="24" name="Picture Placeholder 6">
            <a:extLst>
              <a:ext uri="{FF2B5EF4-FFF2-40B4-BE49-F238E27FC236}">
                <a16:creationId xmlns:a16="http://schemas.microsoft.com/office/drawing/2014/main" id="{DEB0ADEB-C167-3146-9A39-32EA9FBC3228}"/>
              </a:ext>
            </a:extLst>
          </p:cNvPr>
          <p:cNvSpPr>
            <a:spLocks noGrp="1"/>
          </p:cNvSpPr>
          <p:nvPr>
            <p:ph type="pic" sz="quarter" idx="23"/>
          </p:nvPr>
        </p:nvSpPr>
        <p:spPr>
          <a:xfrm>
            <a:off x="6211979" y="1096832"/>
            <a:ext cx="2532270" cy="2534279"/>
          </a:xfrm>
        </p:spPr>
        <p:txBody>
          <a:bodyPr rtlCol="0">
            <a:normAutofit/>
          </a:bodyPr>
          <a:lstStyle/>
          <a:p>
            <a:pPr lvl="0"/>
            <a:endParaRPr lang="id-ID" noProof="0"/>
          </a:p>
        </p:txBody>
      </p:sp>
      <p:sp>
        <p:nvSpPr>
          <p:cNvPr id="25" name="Picture Placeholder 6">
            <a:extLst>
              <a:ext uri="{FF2B5EF4-FFF2-40B4-BE49-F238E27FC236}">
                <a16:creationId xmlns:a16="http://schemas.microsoft.com/office/drawing/2014/main" id="{9D8CFFDA-3410-724F-904A-AE70C9D0DACD}"/>
              </a:ext>
            </a:extLst>
          </p:cNvPr>
          <p:cNvSpPr>
            <a:spLocks noGrp="1"/>
          </p:cNvSpPr>
          <p:nvPr>
            <p:ph type="pic" sz="quarter" idx="24"/>
          </p:nvPr>
        </p:nvSpPr>
        <p:spPr>
          <a:xfrm>
            <a:off x="8947449" y="1096832"/>
            <a:ext cx="2532270" cy="2534279"/>
          </a:xfrm>
        </p:spPr>
        <p:txBody>
          <a:bodyPr rtlCol="0">
            <a:normAutofit/>
          </a:bodyPr>
          <a:lstStyle/>
          <a:p>
            <a:pPr lvl="0"/>
            <a:endParaRPr lang="id-ID" noProof="0"/>
          </a:p>
        </p:txBody>
      </p:sp>
      <p:sp>
        <p:nvSpPr>
          <p:cNvPr id="28" name="Rectangle 27">
            <a:extLst>
              <a:ext uri="{FF2B5EF4-FFF2-40B4-BE49-F238E27FC236}">
                <a16:creationId xmlns:a16="http://schemas.microsoft.com/office/drawing/2014/main" id="{B290F46A-CA4A-9645-92EF-4A3C9518FFBB}"/>
              </a:ext>
            </a:extLst>
          </p:cNvPr>
          <p:cNvSpPr/>
          <p:nvPr userDrawn="1"/>
        </p:nvSpPr>
        <p:spPr>
          <a:xfrm>
            <a:off x="8947450" y="3847867"/>
            <a:ext cx="2553612" cy="2535238"/>
          </a:xfrm>
          <a:prstGeom prst="rect">
            <a:avLst/>
          </a:prstGeom>
          <a:solidFill>
            <a:srgbClr val="00509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p>
        </p:txBody>
      </p:sp>
      <p:sp>
        <p:nvSpPr>
          <p:cNvPr id="29" name="Rectangle 28">
            <a:extLst>
              <a:ext uri="{FF2B5EF4-FFF2-40B4-BE49-F238E27FC236}">
                <a16:creationId xmlns:a16="http://schemas.microsoft.com/office/drawing/2014/main" id="{149DF6E0-B234-7F41-BF47-8693198B5928}"/>
              </a:ext>
            </a:extLst>
          </p:cNvPr>
          <p:cNvSpPr/>
          <p:nvPr userDrawn="1"/>
        </p:nvSpPr>
        <p:spPr>
          <a:xfrm>
            <a:off x="3467924" y="1096831"/>
            <a:ext cx="2532270" cy="2534279"/>
          </a:xfrm>
          <a:prstGeom prst="rect">
            <a:avLst/>
          </a:prstGeom>
          <a:solidFill>
            <a:srgbClr val="FCC1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highlight>
                <a:srgbClr val="FCC100"/>
              </a:highlight>
            </a:endParaRPr>
          </a:p>
        </p:txBody>
      </p:sp>
      <p:sp>
        <p:nvSpPr>
          <p:cNvPr id="31" name="Rectangle 30">
            <a:extLst>
              <a:ext uri="{FF2B5EF4-FFF2-40B4-BE49-F238E27FC236}">
                <a16:creationId xmlns:a16="http://schemas.microsoft.com/office/drawing/2014/main" id="{1E6D4BC0-1008-3D42-8901-29757DC16773}"/>
              </a:ext>
            </a:extLst>
          </p:cNvPr>
          <p:cNvSpPr/>
          <p:nvPr userDrawn="1"/>
        </p:nvSpPr>
        <p:spPr>
          <a:xfrm>
            <a:off x="732454" y="3847867"/>
            <a:ext cx="2532270" cy="2534279"/>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d-ID">
              <a:highlight>
                <a:srgbClr val="FCC100"/>
              </a:highlight>
            </a:endParaRPr>
          </a:p>
        </p:txBody>
      </p:sp>
      <p:pic>
        <p:nvPicPr>
          <p:cNvPr id="12" name="Picture 11" descr="Logo&#10;&#10;Description automatically generated with low confidence">
            <a:extLst>
              <a:ext uri="{FF2B5EF4-FFF2-40B4-BE49-F238E27FC236}">
                <a16:creationId xmlns:a16="http://schemas.microsoft.com/office/drawing/2014/main" id="{093343DA-253A-5240-AC7D-1B8C7493CDEC}"/>
              </a:ext>
            </a:extLst>
          </p:cNvPr>
          <p:cNvPicPr>
            <a:picLocks noChangeAspect="1"/>
          </p:cNvPicPr>
          <p:nvPr userDrawn="1"/>
        </p:nvPicPr>
        <p:blipFill>
          <a:blip r:embed="rId2"/>
          <a:stretch>
            <a:fillRect/>
          </a:stretch>
        </p:blipFill>
        <p:spPr>
          <a:xfrm>
            <a:off x="10117874" y="332678"/>
            <a:ext cx="1828800" cy="304800"/>
          </a:xfrm>
          <a:prstGeom prst="rect">
            <a:avLst/>
          </a:prstGeom>
        </p:spPr>
      </p:pic>
    </p:spTree>
    <p:extLst>
      <p:ext uri="{BB962C8B-B14F-4D97-AF65-F5344CB8AC3E}">
        <p14:creationId xmlns:p14="http://schemas.microsoft.com/office/powerpoint/2010/main" val="3317232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hoto Blue Overlay">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130631"/>
            <a:ext cx="12191999" cy="6727368"/>
          </a:xfrm>
        </p:spPr>
        <p:txBody>
          <a:bodyPr rtlCol="0">
            <a:normAutofit/>
          </a:bodyPr>
          <a:lstStyle/>
          <a:p>
            <a:pPr lvl="0"/>
            <a:endParaRPr lang="id-ID" noProof="0"/>
          </a:p>
        </p:txBody>
      </p:sp>
      <p:sp>
        <p:nvSpPr>
          <p:cNvPr id="6" name="Rectangle 5">
            <a:extLst>
              <a:ext uri="{FF2B5EF4-FFF2-40B4-BE49-F238E27FC236}">
                <a16:creationId xmlns:a16="http://schemas.microsoft.com/office/drawing/2014/main" id="{4399BA26-EDCB-AC4B-9868-01158775465D}"/>
              </a:ext>
            </a:extLst>
          </p:cNvPr>
          <p:cNvSpPr/>
          <p:nvPr userDrawn="1"/>
        </p:nvSpPr>
        <p:spPr>
          <a:xfrm rot="5400000">
            <a:off x="6030687" y="-6030684"/>
            <a:ext cx="130629" cy="12192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2EFEF6E-DFBA-9E4C-94AE-F73781D3D919}"/>
              </a:ext>
            </a:extLst>
          </p:cNvPr>
          <p:cNvSpPr/>
          <p:nvPr userDrawn="1"/>
        </p:nvSpPr>
        <p:spPr>
          <a:xfrm>
            <a:off x="1" y="130632"/>
            <a:ext cx="12191999" cy="6727368"/>
          </a:xfrm>
          <a:prstGeom prst="rect">
            <a:avLst/>
          </a:prstGeom>
          <a:solidFill>
            <a:srgbClr val="00509A">
              <a:alpha val="88000"/>
            </a:srgb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72301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1579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0FD283-F7F1-EA40-B1FF-779E5473A0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28E710-1888-764D-8865-43CB26551A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68175-0C34-424F-AC9D-533EC2981B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BA0A19-D344-0341-ADFD-57A3E377ED21}" type="datetimeFigureOut">
              <a:rPr lang="en-US" smtClean="0"/>
              <a:t>10/21/2026</a:t>
            </a:fld>
            <a:endParaRPr lang="en-US"/>
          </a:p>
        </p:txBody>
      </p:sp>
      <p:sp>
        <p:nvSpPr>
          <p:cNvPr id="5" name="Footer Placeholder 4">
            <a:extLst>
              <a:ext uri="{FF2B5EF4-FFF2-40B4-BE49-F238E27FC236}">
                <a16:creationId xmlns:a16="http://schemas.microsoft.com/office/drawing/2014/main" id="{1E70FBAB-E6EE-3847-8E5C-70BB30378D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60CAD7B-BBB4-074D-8042-366791D90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E4FE07-E262-8340-BC14-9BBFD105B2FB}" type="slidenum">
              <a:rPr lang="en-US" smtClean="0"/>
              <a:t>‹#›</a:t>
            </a:fld>
            <a:endParaRPr lang="en-US"/>
          </a:p>
        </p:txBody>
      </p:sp>
    </p:spTree>
    <p:extLst>
      <p:ext uri="{BB962C8B-B14F-4D97-AF65-F5344CB8AC3E}">
        <p14:creationId xmlns:p14="http://schemas.microsoft.com/office/powerpoint/2010/main" val="4056904806"/>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70" r:id="rId3"/>
    <p:sldLayoutId id="2147483649" r:id="rId4"/>
    <p:sldLayoutId id="2147483662" r:id="rId5"/>
    <p:sldLayoutId id="2147483667" r:id="rId6"/>
    <p:sldLayoutId id="2147483671" r:id="rId7"/>
    <p:sldLayoutId id="2147483669" r:id="rId8"/>
    <p:sldLayoutId id="2147483672" r:id="rId9"/>
    <p:sldLayoutId id="2147483665" r:id="rId10"/>
    <p:sldLayoutId id="21474836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F56C26-3BA9-714F-8BDF-76FE507DEF70}"/>
              </a:ext>
            </a:extLst>
          </p:cNvPr>
          <p:cNvSpPr txBox="1"/>
          <p:nvPr/>
        </p:nvSpPr>
        <p:spPr>
          <a:xfrm>
            <a:off x="2299981" y="1783816"/>
            <a:ext cx="7592037" cy="261586"/>
          </a:xfrm>
          <a:prstGeom prst="rect">
            <a:avLst/>
          </a:prstGeom>
        </p:spPr>
        <p:txBody>
          <a:bodyPr wrap="square" lIns="91416" tIns="45708" rIns="91416" bIns="45708" rtlCol="0" anchor="t">
            <a:spAutoFit/>
          </a:bodyPr>
          <a:lstStyle/>
          <a:p>
            <a:pPr algn="ctr" fontAlgn="auto">
              <a:spcAft>
                <a:spcPts val="0"/>
              </a:spcAft>
              <a:tabLst>
                <a:tab pos="3590925" algn="l"/>
              </a:tabLst>
            </a:pPr>
            <a:r>
              <a:rPr lang="en-US" sz="1100" b="1" spc="600" dirty="0">
                <a:solidFill>
                  <a:schemeClr val="bg1">
                    <a:lumMod val="85000"/>
                  </a:schemeClr>
                </a:solidFill>
                <a:latin typeface="Arial" panose="020B0604020202020204" pitchFamily="34" charset="0"/>
                <a:ea typeface="Roboto" panose="02000000000000000000" pitchFamily="2" charset="0"/>
                <a:cs typeface="Arial" panose="020B0604020202020204" pitchFamily="34" charset="0"/>
              </a:rPr>
              <a:t>WORLDWIDE CAMPUS | COLLEGE OF ARTS &amp; SCIENCES</a:t>
            </a:r>
          </a:p>
        </p:txBody>
      </p:sp>
      <p:sp>
        <p:nvSpPr>
          <p:cNvPr id="5" name="TextBox 4">
            <a:extLst>
              <a:ext uri="{FF2B5EF4-FFF2-40B4-BE49-F238E27FC236}">
                <a16:creationId xmlns:a16="http://schemas.microsoft.com/office/drawing/2014/main" id="{BF4181BB-12C5-344A-B7F3-8149BB1F132D}"/>
              </a:ext>
            </a:extLst>
          </p:cNvPr>
          <p:cNvSpPr txBox="1"/>
          <p:nvPr/>
        </p:nvSpPr>
        <p:spPr>
          <a:xfrm>
            <a:off x="2990703" y="2207659"/>
            <a:ext cx="6210592" cy="954083"/>
          </a:xfrm>
          <a:prstGeom prst="rect">
            <a:avLst/>
          </a:prstGeom>
        </p:spPr>
        <p:txBody>
          <a:bodyPr wrap="square" lIns="91416" tIns="45708" rIns="91416" bIns="45708" rtlCol="0" anchor="t">
            <a:spAutoFit/>
          </a:bodyPr>
          <a:lstStyle/>
          <a:p>
            <a:pPr algn="ctr" fontAlgn="auto">
              <a:spcAft>
                <a:spcPts val="0"/>
              </a:spcAft>
              <a:tabLst>
                <a:tab pos="3590925" algn="l"/>
              </a:tabLst>
            </a:pPr>
            <a:r>
              <a:rPr lang="en-US" sz="2800" b="1" spc="300" dirty="0">
                <a:solidFill>
                  <a:schemeClr val="bg1"/>
                </a:solidFill>
                <a:latin typeface="Arial" panose="020B0604020202020204" pitchFamily="34" charset="0"/>
                <a:ea typeface="Roboto" panose="02000000000000000000" pitchFamily="2" charset="0"/>
                <a:cs typeface="Arial" panose="020B0604020202020204" pitchFamily="34" charset="0"/>
              </a:rPr>
              <a:t>Introduction to </a:t>
            </a:r>
            <a:br>
              <a:rPr lang="en-US" sz="2800" b="1" spc="300" dirty="0">
                <a:solidFill>
                  <a:schemeClr val="bg1"/>
                </a:solidFill>
                <a:latin typeface="Arial" panose="020B0604020202020204" pitchFamily="34" charset="0"/>
                <a:ea typeface="Roboto" panose="02000000000000000000" pitchFamily="2" charset="0"/>
                <a:cs typeface="Arial" panose="020B0604020202020204" pitchFamily="34" charset="0"/>
              </a:rPr>
            </a:br>
            <a:r>
              <a:rPr lang="en-US" sz="2800" b="1" spc="300" dirty="0">
                <a:solidFill>
                  <a:schemeClr val="bg1"/>
                </a:solidFill>
                <a:latin typeface="Arial" panose="020B0604020202020204" pitchFamily="34" charset="0"/>
                <a:ea typeface="Roboto" panose="02000000000000000000" pitchFamily="2" charset="0"/>
                <a:cs typeface="Arial" panose="020B0604020202020204" pitchFamily="34" charset="0"/>
              </a:rPr>
              <a:t>Hypothesis Testing</a:t>
            </a:r>
          </a:p>
        </p:txBody>
      </p:sp>
      <p:sp>
        <p:nvSpPr>
          <p:cNvPr id="2" name="Rectangle 1">
            <a:extLst>
              <a:ext uri="{FF2B5EF4-FFF2-40B4-BE49-F238E27FC236}">
                <a16:creationId xmlns:a16="http://schemas.microsoft.com/office/drawing/2014/main" id="{BD099E6B-F2AC-B1E7-90A7-27ED96FE4343}"/>
              </a:ext>
            </a:extLst>
          </p:cNvPr>
          <p:cNvSpPr/>
          <p:nvPr/>
        </p:nvSpPr>
        <p:spPr>
          <a:xfrm>
            <a:off x="2299982" y="3234389"/>
            <a:ext cx="7592036" cy="2274149"/>
          </a:xfrm>
          <a:prstGeom prst="rect">
            <a:avLst/>
          </a:prstGeom>
        </p:spPr>
        <p:txBody>
          <a:bodyPr wrap="square">
            <a:spAutoFit/>
          </a:bodyPr>
          <a:lstStyle/>
          <a:p>
            <a:pPr algn="ctr">
              <a:lnSpc>
                <a:spcPct val="150000"/>
              </a:lnSpc>
              <a:defRPr/>
            </a:pPr>
            <a:r>
              <a:rPr lang="en-US" b="1" dirty="0">
                <a:solidFill>
                  <a:schemeClr val="bg1"/>
                </a:solidFill>
                <a:latin typeface="Arial" panose="020B0604020202020204" pitchFamily="34" charset="0"/>
                <a:ea typeface="Open Sans" panose="020B0606030504020204" pitchFamily="34" charset="0"/>
                <a:cs typeface="Arial" panose="020B0604020202020204" pitchFamily="34" charset="0"/>
              </a:rPr>
              <a:t>DSCI 413</a:t>
            </a:r>
          </a:p>
          <a:p>
            <a:pPr algn="ctr">
              <a:lnSpc>
                <a:spcPct val="150000"/>
              </a:lnSpc>
              <a:defRPr/>
            </a:pPr>
            <a:r>
              <a:rPr lang="en-US" b="1" dirty="0">
                <a:solidFill>
                  <a:schemeClr val="bg1"/>
                </a:solidFill>
                <a:latin typeface="Arial" panose="020B0604020202020204" pitchFamily="34" charset="0"/>
                <a:ea typeface="Open Sans" panose="020B0606030504020204" pitchFamily="34" charset="0"/>
                <a:cs typeface="Arial" panose="020B0604020202020204" pitchFamily="34" charset="0"/>
              </a:rPr>
              <a:t>Statistics for Data Science</a:t>
            </a:r>
          </a:p>
          <a:p>
            <a:pPr algn="ctr">
              <a:lnSpc>
                <a:spcPct val="150000"/>
              </a:lnSpc>
              <a:defRPr/>
            </a:pPr>
            <a:endParaRPr lang="en-US" sz="1200" b="1" dirty="0">
              <a:solidFill>
                <a:schemeClr val="bg1"/>
              </a:solidFill>
              <a:latin typeface="Arial" panose="020B0604020202020204" pitchFamily="34" charset="0"/>
              <a:ea typeface="Adobe Fan Heiti Std B" panose="020B0700000000000000" pitchFamily="34" charset="-128"/>
              <a:cs typeface="Arial" panose="020B0604020202020204" pitchFamily="34" charset="0"/>
            </a:endParaRPr>
          </a:p>
          <a:p>
            <a:pPr algn="ctr">
              <a:lnSpc>
                <a:spcPct val="150000"/>
              </a:lnSpc>
              <a:defRPr/>
            </a:pPr>
            <a:r>
              <a:rPr lang="en-US" sz="1200" b="1" dirty="0">
                <a:solidFill>
                  <a:schemeClr val="bg1"/>
                </a:solidFill>
                <a:latin typeface="Arial" panose="020B0604020202020204" pitchFamily="34" charset="0"/>
                <a:ea typeface="Adobe Fan Heiti Std B" panose="020B0700000000000000" pitchFamily="34" charset="-128"/>
                <a:cs typeface="Arial" panose="020B0604020202020204" pitchFamily="34" charset="0"/>
              </a:rPr>
              <a:t>Dr. Darryl Chamberlain Jr.</a:t>
            </a:r>
          </a:p>
          <a:p>
            <a:pPr algn="ctr">
              <a:lnSpc>
                <a:spcPct val="150000"/>
              </a:lnSpc>
              <a:defRPr/>
            </a:pPr>
            <a:r>
              <a:rPr lang="en-US" sz="1200" b="1" dirty="0">
                <a:solidFill>
                  <a:schemeClr val="bg1"/>
                </a:solidFill>
                <a:latin typeface="Arial" panose="020B0604020202020204" pitchFamily="34" charset="0"/>
                <a:ea typeface="Adobe Fan Heiti Std B" panose="020B0700000000000000" pitchFamily="34" charset="-128"/>
                <a:cs typeface="Arial" panose="020B0604020202020204" pitchFamily="34" charset="0"/>
              </a:rPr>
              <a:t>Assistant Professor of Educational Data Science</a:t>
            </a:r>
          </a:p>
          <a:p>
            <a:pPr algn="ctr">
              <a:lnSpc>
                <a:spcPct val="150000"/>
              </a:lnSpc>
              <a:defRPr/>
            </a:pPr>
            <a:r>
              <a:rPr lang="en-US" sz="1200" b="1" dirty="0">
                <a:solidFill>
                  <a:schemeClr val="bg1"/>
                </a:solidFill>
                <a:latin typeface="Arial" panose="020B0604020202020204" pitchFamily="34" charset="0"/>
                <a:ea typeface="Adobe Fan Heiti Std B" panose="020B0700000000000000" pitchFamily="34" charset="-128"/>
                <a:cs typeface="Arial" panose="020B0604020202020204" pitchFamily="34" charset="0"/>
              </a:rPr>
              <a:t>Department of Mathematics, Science, and Technology</a:t>
            </a:r>
          </a:p>
          <a:p>
            <a:pPr algn="ctr">
              <a:lnSpc>
                <a:spcPct val="150000"/>
              </a:lnSpc>
              <a:defRPr/>
            </a:pPr>
            <a:r>
              <a:rPr lang="en-US" sz="1200" b="1" dirty="0">
                <a:solidFill>
                  <a:schemeClr val="bg1"/>
                </a:solidFill>
                <a:latin typeface="Arial" panose="020B0604020202020204" pitchFamily="34" charset="0"/>
                <a:ea typeface="Adobe Fan Heiti Std B" panose="020B0700000000000000" pitchFamily="34" charset="-128"/>
                <a:cs typeface="Arial" panose="020B0604020202020204" pitchFamily="34" charset="0"/>
              </a:rPr>
              <a:t>College of Arts &amp; Sciences, Worldwide</a:t>
            </a:r>
          </a:p>
        </p:txBody>
      </p:sp>
    </p:spTree>
    <p:extLst>
      <p:ext uri="{BB962C8B-B14F-4D97-AF65-F5344CB8AC3E}">
        <p14:creationId xmlns:p14="http://schemas.microsoft.com/office/powerpoint/2010/main" val="584577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1">
            <a:extLst>
              <a:ext uri="{FF2B5EF4-FFF2-40B4-BE49-F238E27FC236}">
                <a16:creationId xmlns:a16="http://schemas.microsoft.com/office/drawing/2014/main" id="{879D1BAF-C634-D045-94C5-5EDC297DA034}"/>
              </a:ext>
            </a:extLst>
          </p:cNvPr>
          <p:cNvSpPr txBox="1">
            <a:spLocks/>
          </p:cNvSpPr>
          <p:nvPr/>
        </p:nvSpPr>
        <p:spPr>
          <a:xfrm>
            <a:off x="847345" y="673791"/>
            <a:ext cx="4187416"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Introduction</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0332A07B-96D2-6F4D-AB8B-90186A3F0A24}"/>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Goal of a Hypothesis Test</a:t>
            </a:r>
          </a:p>
        </p:txBody>
      </p:sp>
      <p:sp>
        <p:nvSpPr>
          <p:cNvPr id="7" name="Rectangle 6">
            <a:extLst>
              <a:ext uri="{FF2B5EF4-FFF2-40B4-BE49-F238E27FC236}">
                <a16:creationId xmlns:a16="http://schemas.microsoft.com/office/drawing/2014/main" id="{39D75ED1-9504-2ED7-E522-F147B7562D54}"/>
              </a:ext>
            </a:extLst>
          </p:cNvPr>
          <p:cNvSpPr/>
          <p:nvPr/>
        </p:nvSpPr>
        <p:spPr>
          <a:xfrm>
            <a:off x="3232438" y="1815496"/>
            <a:ext cx="6097554" cy="958660"/>
          </a:xfrm>
          <a:prstGeom prst="rect">
            <a:avLst/>
          </a:prstGeom>
        </p:spPr>
        <p:txBody>
          <a:bodyPr wrap="square">
            <a:spAutoFit/>
          </a:bodyPr>
          <a:lstStyle/>
          <a:p>
            <a:pPr>
              <a:lnSpc>
                <a:spcPct val="150000"/>
              </a:lnSpc>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Make a claim about unknown population value(s)</a:t>
            </a:r>
          </a:p>
          <a:p>
            <a:pPr>
              <a:lnSpc>
                <a:spcPct val="150000"/>
              </a:lnSpc>
              <a:defRPr/>
            </a:pPr>
            <a:endPar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DACE1555-978D-1F55-A4B6-8A15161E4665}"/>
              </a:ext>
            </a:extLst>
          </p:cNvPr>
          <p:cNvSpPr txBox="1"/>
          <p:nvPr/>
        </p:nvSpPr>
        <p:spPr>
          <a:xfrm>
            <a:off x="6281214" y="2477479"/>
            <a:ext cx="5598365" cy="3266985"/>
          </a:xfrm>
          <a:prstGeom prst="rect">
            <a:avLst/>
          </a:prstGeom>
          <a:noFill/>
        </p:spPr>
        <p:txBody>
          <a:bodyPr wrap="square">
            <a:spAutoFit/>
          </a:bodyPr>
          <a:lstStyle/>
          <a:p>
            <a:pPr>
              <a:lnSpc>
                <a:spcPct val="150000"/>
              </a:lnSpc>
              <a:defRPr/>
            </a:pPr>
            <a:r>
              <a:rPr lang="en-US" sz="2000" b="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2-Pop Example from textbook:</a:t>
            </a:r>
            <a:endPar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endParaRPr>
          </a:p>
          <a:p>
            <a:pPr>
              <a:lnSpc>
                <a:spcPct val="150000"/>
              </a:lnSpc>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A professor wants to see how much students learn over the course of a semester. A pre-test is given before the class begins to see what students know ahead of time, and the same test is given at the end of the semester to see what students know at the end. </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sp>
        <p:nvSpPr>
          <p:cNvPr id="12" name="TextBox 11">
            <a:extLst>
              <a:ext uri="{FF2B5EF4-FFF2-40B4-BE49-F238E27FC236}">
                <a16:creationId xmlns:a16="http://schemas.microsoft.com/office/drawing/2014/main" id="{50157D74-B2B7-C207-A1BD-B08520382D69}"/>
              </a:ext>
            </a:extLst>
          </p:cNvPr>
          <p:cNvSpPr txBox="1"/>
          <p:nvPr/>
        </p:nvSpPr>
        <p:spPr>
          <a:xfrm>
            <a:off x="312420" y="2477479"/>
            <a:ext cx="5598367" cy="3833229"/>
          </a:xfrm>
          <a:prstGeom prst="rect">
            <a:avLst/>
          </a:prstGeom>
          <a:noFill/>
        </p:spPr>
        <p:txBody>
          <a:bodyPr wrap="square">
            <a:spAutoFit/>
          </a:bodyPr>
          <a:lstStyle/>
          <a:p>
            <a:pPr>
              <a:lnSpc>
                <a:spcPct val="150000"/>
              </a:lnSpc>
              <a:defRPr/>
            </a:pPr>
            <a:r>
              <a:rPr lang="en-US" sz="2000" b="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1-Pop Example from textbook:</a:t>
            </a:r>
            <a:endPar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endParaRPr>
          </a:p>
          <a:p>
            <a:pPr>
              <a:lnSpc>
                <a:spcPct val="150000"/>
              </a:lnSpc>
              <a:defRPr/>
            </a:pPr>
            <a:r>
              <a:rPr lang="en-US" dirty="0">
                <a:latin typeface="Arial" panose="020B0604020202020204" pitchFamily="34" charset="0"/>
                <a:cs typeface="Arial" panose="020B0604020202020204" pitchFamily="34" charset="0"/>
              </a:rPr>
              <a:t>You get hired as a server at a local restaurant, and the manager tells you that servers’ tips are $42 on average but vary about $12. You decide to track your tips to see if you make a different amount, but because this is your first job as a server, you don’t know if you will make more or less in tips. After working 16 shifts, you find that your average nightly amount is $44.50 from tips. </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spTree>
    <p:extLst>
      <p:ext uri="{BB962C8B-B14F-4D97-AF65-F5344CB8AC3E}">
        <p14:creationId xmlns:p14="http://schemas.microsoft.com/office/powerpoint/2010/main" val="920765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EEF72-71F6-FC08-A284-C3699B7944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98EC6EA-A440-1D10-A26C-5AB9C7507804}"/>
              </a:ext>
            </a:extLst>
          </p:cNvPr>
          <p:cNvSpPr/>
          <p:nvPr/>
        </p:nvSpPr>
        <p:spPr>
          <a:xfrm>
            <a:off x="308610" y="1581336"/>
            <a:ext cx="11567159" cy="3728649"/>
          </a:xfrm>
          <a:prstGeom prst="rect">
            <a:avLst/>
          </a:prstGeom>
        </p:spPr>
        <p:txBody>
          <a:bodyPr wrap="square">
            <a:spAutoFit/>
          </a:bodyPr>
          <a:lstStyle/>
          <a:p>
            <a:pPr marL="342900" indent="-342900">
              <a:lnSpc>
                <a:spcPct val="150000"/>
              </a:lnSpc>
              <a:buFont typeface="Arial" panose="020B0604020202020204" pitchFamily="34" charset="0"/>
              <a:buChar char="•"/>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Build a probability model for the population data</a:t>
            </a:r>
          </a:p>
          <a:p>
            <a:pPr marL="342900" indent="-342900">
              <a:lnSpc>
                <a:spcPct val="150000"/>
              </a:lnSpc>
              <a:buFont typeface="Arial" panose="020B0604020202020204" pitchFamily="34" charset="0"/>
              <a:buChar char="•"/>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Make some guess about the population value </a:t>
            </a:r>
            <a:r>
              <a:rPr lang="en-US" sz="2000"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(called the null hypothesis)</a:t>
            </a:r>
            <a:endPar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endParaRPr>
          </a:p>
          <a:p>
            <a:pPr marL="342900" indent="-342900">
              <a:lnSpc>
                <a:spcPct val="150000"/>
              </a:lnSpc>
              <a:buFont typeface="Arial" panose="020B0604020202020204" pitchFamily="34" charset="0"/>
              <a:buChar char="•"/>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Using the sample data, place where that sample fits on the probability model </a:t>
            </a:r>
            <a:r>
              <a:rPr lang="en-US" sz="2000"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(called the Test Statistic)</a:t>
            </a:r>
          </a:p>
          <a:p>
            <a:pPr marL="342900" indent="-342900">
              <a:lnSpc>
                <a:spcPct val="150000"/>
              </a:lnSpc>
              <a:buFont typeface="Arial" panose="020B0604020202020204" pitchFamily="34" charset="0"/>
              <a:buChar char="•"/>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Find the probability of the sample data happening </a:t>
            </a:r>
            <a:r>
              <a:rPr lang="en-US" sz="2000"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(called the p-value)</a:t>
            </a:r>
          </a:p>
          <a:p>
            <a:pPr marL="342900" indent="-342900">
              <a:lnSpc>
                <a:spcPct val="150000"/>
              </a:lnSpc>
              <a:buFont typeface="Arial" panose="020B0604020202020204" pitchFamily="34" charset="0"/>
              <a:buChar char="•"/>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Either </a:t>
            </a:r>
            <a:r>
              <a:rPr lang="en-US" sz="2000" b="1"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reject </a:t>
            </a: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the guess about the population value because the sample data is so unlikely to happen under that assumption or </a:t>
            </a:r>
            <a:r>
              <a:rPr lang="en-US" sz="2000" b="1"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fail to reject </a:t>
            </a: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the guess about the population value because the sample data </a:t>
            </a:r>
            <a:r>
              <a:rPr lang="en-US" sz="2000"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could have </a:t>
            </a: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come from that population. </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sp>
        <p:nvSpPr>
          <p:cNvPr id="11" name="Title 11">
            <a:extLst>
              <a:ext uri="{FF2B5EF4-FFF2-40B4-BE49-F238E27FC236}">
                <a16:creationId xmlns:a16="http://schemas.microsoft.com/office/drawing/2014/main" id="{ED37A495-33AE-EA0B-8054-5FDF7F0CF0E5}"/>
              </a:ext>
            </a:extLst>
          </p:cNvPr>
          <p:cNvSpPr txBox="1">
            <a:spLocks/>
          </p:cNvSpPr>
          <p:nvPr/>
        </p:nvSpPr>
        <p:spPr>
          <a:xfrm>
            <a:off x="847344" y="673791"/>
            <a:ext cx="5248655"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Introduction</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F975FD22-945E-00E1-3A39-0D336F802499}"/>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How it Works</a:t>
            </a:r>
          </a:p>
        </p:txBody>
      </p:sp>
    </p:spTree>
    <p:extLst>
      <p:ext uri="{BB962C8B-B14F-4D97-AF65-F5344CB8AC3E}">
        <p14:creationId xmlns:p14="http://schemas.microsoft.com/office/powerpoint/2010/main" val="3667098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83109-E48B-C1A7-7A9F-E9AF16BAFF93}"/>
            </a:ext>
          </a:extLst>
        </p:cNvPr>
        <p:cNvGrpSpPr/>
        <p:nvPr/>
      </p:nvGrpSpPr>
      <p:grpSpPr>
        <a:xfrm>
          <a:off x="0" y="0"/>
          <a:ext cx="0" cy="0"/>
          <a:chOff x="0" y="0"/>
          <a:chExt cx="0" cy="0"/>
        </a:xfrm>
      </p:grpSpPr>
      <p:sp>
        <p:nvSpPr>
          <p:cNvPr id="11" name="Title 11">
            <a:extLst>
              <a:ext uri="{FF2B5EF4-FFF2-40B4-BE49-F238E27FC236}">
                <a16:creationId xmlns:a16="http://schemas.microsoft.com/office/drawing/2014/main" id="{02C6CE09-0512-EFF8-B434-2ADF009BC2E3}"/>
              </a:ext>
            </a:extLst>
          </p:cNvPr>
          <p:cNvSpPr txBox="1">
            <a:spLocks/>
          </p:cNvSpPr>
          <p:nvPr/>
        </p:nvSpPr>
        <p:spPr>
          <a:xfrm>
            <a:off x="847344" y="673791"/>
            <a:ext cx="5248655"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Probability Distribution</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E05B42B6-A1B3-B24D-ABBE-56097B6E653A}"/>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What is a Probability Distribution?</a:t>
            </a:r>
          </a:p>
        </p:txBody>
      </p:sp>
      <p:pic>
        <p:nvPicPr>
          <p:cNvPr id="2" name="Picture 1">
            <a:extLst>
              <a:ext uri="{FF2B5EF4-FFF2-40B4-BE49-F238E27FC236}">
                <a16:creationId xmlns:a16="http://schemas.microsoft.com/office/drawing/2014/main" id="{274CE518-916F-1527-A97D-83C26EC035AA}"/>
              </a:ext>
            </a:extLst>
          </p:cNvPr>
          <p:cNvPicPr>
            <a:picLocks noChangeAspect="1"/>
          </p:cNvPicPr>
          <p:nvPr/>
        </p:nvPicPr>
        <p:blipFill>
          <a:blip r:embed="rId3"/>
          <a:stretch>
            <a:fillRect/>
          </a:stretch>
        </p:blipFill>
        <p:spPr>
          <a:xfrm>
            <a:off x="7620838" y="2043832"/>
            <a:ext cx="3018329" cy="3795165"/>
          </a:xfrm>
          <a:prstGeom prst="rect">
            <a:avLst/>
          </a:prstGeom>
        </p:spPr>
      </p:pic>
      <p:sp>
        <p:nvSpPr>
          <p:cNvPr id="4" name="TextBox 3">
            <a:extLst>
              <a:ext uri="{FF2B5EF4-FFF2-40B4-BE49-F238E27FC236}">
                <a16:creationId xmlns:a16="http://schemas.microsoft.com/office/drawing/2014/main" id="{570FCF7B-7398-559B-BA44-5DFEAD32FA04}"/>
              </a:ext>
            </a:extLst>
          </p:cNvPr>
          <p:cNvSpPr txBox="1"/>
          <p:nvPr/>
        </p:nvSpPr>
        <p:spPr>
          <a:xfrm>
            <a:off x="585496" y="2022939"/>
            <a:ext cx="6097554" cy="1477328"/>
          </a:xfrm>
          <a:prstGeom prst="rect">
            <a:avLst/>
          </a:prstGeom>
          <a:noFill/>
        </p:spPr>
        <p:txBody>
          <a:bodyPr wrap="square">
            <a:spAutoFit/>
          </a:bodyPr>
          <a:lstStyle/>
          <a:p>
            <a:r>
              <a:rPr lang="en-US" dirty="0"/>
              <a:t>A probability distribution shows how likely a random variable is to take a specific value. </a:t>
            </a:r>
          </a:p>
          <a:p>
            <a:endParaRPr lang="en-US" sz="1800" b="0" i="0" dirty="0">
              <a:solidFill>
                <a:schemeClr val="tx1"/>
              </a:solidFill>
              <a:effectLst/>
              <a:latin typeface="+mn-lt"/>
            </a:endParaRPr>
          </a:p>
          <a:p>
            <a:r>
              <a:rPr lang="en-US" dirty="0"/>
              <a:t>The area under the curve is the probability of some value X on the curve. </a:t>
            </a:r>
            <a:endParaRPr lang="en-US" sz="1800" b="0" i="0" dirty="0">
              <a:solidFill>
                <a:schemeClr val="tx1"/>
              </a:solidFill>
              <a:effectLst/>
              <a:latin typeface="+mn-lt"/>
            </a:endParaRPr>
          </a:p>
        </p:txBody>
      </p:sp>
      <p:pic>
        <p:nvPicPr>
          <p:cNvPr id="7" name="Picture 6">
            <a:extLst>
              <a:ext uri="{FF2B5EF4-FFF2-40B4-BE49-F238E27FC236}">
                <a16:creationId xmlns:a16="http://schemas.microsoft.com/office/drawing/2014/main" id="{067A942F-2DD7-7E04-087E-1D424ECA5B85}"/>
              </a:ext>
            </a:extLst>
          </p:cNvPr>
          <p:cNvPicPr>
            <a:picLocks noChangeAspect="1"/>
          </p:cNvPicPr>
          <p:nvPr/>
        </p:nvPicPr>
        <p:blipFill>
          <a:blip r:embed="rId4"/>
          <a:stretch>
            <a:fillRect/>
          </a:stretch>
        </p:blipFill>
        <p:spPr>
          <a:xfrm>
            <a:off x="2285920" y="3347248"/>
            <a:ext cx="3943900" cy="2962688"/>
          </a:xfrm>
          <a:prstGeom prst="rect">
            <a:avLst/>
          </a:prstGeom>
        </p:spPr>
      </p:pic>
      <p:sp>
        <p:nvSpPr>
          <p:cNvPr id="10" name="Freeform: Shape 9">
            <a:extLst>
              <a:ext uri="{FF2B5EF4-FFF2-40B4-BE49-F238E27FC236}">
                <a16:creationId xmlns:a16="http://schemas.microsoft.com/office/drawing/2014/main" id="{3716DE64-B934-8F19-038E-1A8DAE812685}"/>
              </a:ext>
            </a:extLst>
          </p:cNvPr>
          <p:cNvSpPr/>
          <p:nvPr/>
        </p:nvSpPr>
        <p:spPr>
          <a:xfrm>
            <a:off x="2696547" y="3629608"/>
            <a:ext cx="2584580" cy="2024743"/>
          </a:xfrm>
          <a:custGeom>
            <a:avLst/>
            <a:gdLst>
              <a:gd name="csX0" fmla="*/ 2547257 w 2584580"/>
              <a:gd name="csY0" fmla="*/ 2006082 h 2024743"/>
              <a:gd name="csX1" fmla="*/ 2547257 w 2584580"/>
              <a:gd name="csY1" fmla="*/ 2006082 h 2024743"/>
              <a:gd name="csX2" fmla="*/ 2547257 w 2584580"/>
              <a:gd name="csY2" fmla="*/ 1632857 h 2024743"/>
              <a:gd name="csX3" fmla="*/ 2584580 w 2584580"/>
              <a:gd name="csY3" fmla="*/ 1614196 h 2024743"/>
              <a:gd name="csX4" fmla="*/ 1791477 w 2584580"/>
              <a:gd name="csY4" fmla="*/ 111968 h 2024743"/>
              <a:gd name="csX5" fmla="*/ 1642188 w 2584580"/>
              <a:gd name="csY5" fmla="*/ 0 h 2024743"/>
              <a:gd name="csX6" fmla="*/ 1511559 w 2584580"/>
              <a:gd name="csY6" fmla="*/ 18661 h 2024743"/>
              <a:gd name="csX7" fmla="*/ 1352939 w 2584580"/>
              <a:gd name="csY7" fmla="*/ 205274 h 2024743"/>
              <a:gd name="csX8" fmla="*/ 671804 w 2584580"/>
              <a:gd name="csY8" fmla="*/ 1567543 h 2024743"/>
              <a:gd name="csX9" fmla="*/ 289249 w 2584580"/>
              <a:gd name="csY9" fmla="*/ 1894114 h 2024743"/>
              <a:gd name="csX10" fmla="*/ 0 w 2584580"/>
              <a:gd name="csY10" fmla="*/ 1987421 h 2024743"/>
              <a:gd name="csX11" fmla="*/ 0 w 2584580"/>
              <a:gd name="csY11" fmla="*/ 2024743 h 2024743"/>
              <a:gd name="csX12" fmla="*/ 2547257 w 2584580"/>
              <a:gd name="csY12" fmla="*/ 2006082 h 2024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84580" h="2024743">
                <a:moveTo>
                  <a:pt x="2547257" y="2006082"/>
                </a:moveTo>
                <a:lnTo>
                  <a:pt x="2547257" y="2006082"/>
                </a:lnTo>
                <a:cubicBezTo>
                  <a:pt x="2532881" y="1862323"/>
                  <a:pt x="2524208" y="1817250"/>
                  <a:pt x="2547257" y="1632857"/>
                </a:cubicBezTo>
                <a:cubicBezTo>
                  <a:pt x="2549805" y="1612471"/>
                  <a:pt x="2571810" y="1614196"/>
                  <a:pt x="2584580" y="1614196"/>
                </a:cubicBezTo>
                <a:lnTo>
                  <a:pt x="1791477" y="111968"/>
                </a:lnTo>
                <a:lnTo>
                  <a:pt x="1642188" y="0"/>
                </a:lnTo>
                <a:lnTo>
                  <a:pt x="1511559" y="18661"/>
                </a:lnTo>
                <a:lnTo>
                  <a:pt x="1352939" y="205274"/>
                </a:lnTo>
                <a:lnTo>
                  <a:pt x="671804" y="1567543"/>
                </a:lnTo>
                <a:lnTo>
                  <a:pt x="289249" y="1894114"/>
                </a:lnTo>
                <a:lnTo>
                  <a:pt x="0" y="1987421"/>
                </a:lnTo>
                <a:lnTo>
                  <a:pt x="0" y="2024743"/>
                </a:lnTo>
                <a:lnTo>
                  <a:pt x="2547257" y="2006082"/>
                </a:lnTo>
                <a:close/>
              </a:path>
            </a:pathLst>
          </a:custGeom>
          <a:solidFill>
            <a:srgbClr val="00509A">
              <a:alpha val="9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BC69FEE-3622-3FBB-C099-62A4CBE1815C}"/>
              </a:ext>
            </a:extLst>
          </p:cNvPr>
          <p:cNvSpPr/>
          <p:nvPr/>
        </p:nvSpPr>
        <p:spPr>
          <a:xfrm>
            <a:off x="5324759" y="5354699"/>
            <a:ext cx="581519" cy="299652"/>
          </a:xfrm>
          <a:custGeom>
            <a:avLst/>
            <a:gdLst>
              <a:gd name="csX0" fmla="*/ 3021 w 674825"/>
              <a:gd name="csY0" fmla="*/ 0 h 364966"/>
              <a:gd name="csX1" fmla="*/ 3021 w 674825"/>
              <a:gd name="csY1" fmla="*/ 0 h 364966"/>
              <a:gd name="csX2" fmla="*/ 21682 w 674825"/>
              <a:gd name="csY2" fmla="*/ 195943 h 364966"/>
              <a:gd name="csX3" fmla="*/ 40343 w 674825"/>
              <a:gd name="csY3" fmla="*/ 233265 h 364966"/>
              <a:gd name="csX4" fmla="*/ 49674 w 674825"/>
              <a:gd name="csY4" fmla="*/ 270588 h 364966"/>
              <a:gd name="csX5" fmla="*/ 31012 w 674825"/>
              <a:gd name="csY5" fmla="*/ 345233 h 364966"/>
              <a:gd name="csX6" fmla="*/ 3021 w 674825"/>
              <a:gd name="csY6" fmla="*/ 363894 h 364966"/>
              <a:gd name="csX7" fmla="*/ 12351 w 674825"/>
              <a:gd name="csY7" fmla="*/ 335902 h 364966"/>
              <a:gd name="csX8" fmla="*/ 21682 w 674825"/>
              <a:gd name="csY8" fmla="*/ 335902 h 364966"/>
              <a:gd name="csX9" fmla="*/ 674825 w 674825"/>
              <a:gd name="csY9" fmla="*/ 335902 h 364966"/>
              <a:gd name="csX10" fmla="*/ 3021 w 674825"/>
              <a:gd name="csY10" fmla="*/ 0 h 364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74825" h="364966">
                <a:moveTo>
                  <a:pt x="3021" y="0"/>
                </a:moveTo>
                <a:lnTo>
                  <a:pt x="3021" y="0"/>
                </a:lnTo>
                <a:cubicBezTo>
                  <a:pt x="3791" y="9242"/>
                  <a:pt x="16411" y="173102"/>
                  <a:pt x="21682" y="195943"/>
                </a:cubicBezTo>
                <a:cubicBezTo>
                  <a:pt x="24810" y="209496"/>
                  <a:pt x="35459" y="220242"/>
                  <a:pt x="40343" y="233265"/>
                </a:cubicBezTo>
                <a:cubicBezTo>
                  <a:pt x="44846" y="245272"/>
                  <a:pt x="46564" y="258147"/>
                  <a:pt x="49674" y="270588"/>
                </a:cubicBezTo>
                <a:cubicBezTo>
                  <a:pt x="43453" y="295470"/>
                  <a:pt x="42482" y="322293"/>
                  <a:pt x="31012" y="345233"/>
                </a:cubicBezTo>
                <a:cubicBezTo>
                  <a:pt x="25997" y="355263"/>
                  <a:pt x="13051" y="368909"/>
                  <a:pt x="3021" y="363894"/>
                </a:cubicBezTo>
                <a:cubicBezTo>
                  <a:pt x="-5776" y="359495"/>
                  <a:pt x="6895" y="344086"/>
                  <a:pt x="12351" y="335902"/>
                </a:cubicBezTo>
                <a:cubicBezTo>
                  <a:pt x="14076" y="333314"/>
                  <a:pt x="18572" y="335902"/>
                  <a:pt x="21682" y="335902"/>
                </a:cubicBezTo>
                <a:lnTo>
                  <a:pt x="674825" y="335902"/>
                </a:lnTo>
                <a:lnTo>
                  <a:pt x="3021" y="0"/>
                </a:lnTo>
                <a:close/>
              </a:path>
            </a:pathLst>
          </a:custGeom>
          <a:solidFill>
            <a:schemeClr val="accent2">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543290D-1E03-2686-7B27-1AF4F67C9ADA}"/>
              </a:ext>
            </a:extLst>
          </p:cNvPr>
          <p:cNvSpPr txBox="1"/>
          <p:nvPr/>
        </p:nvSpPr>
        <p:spPr>
          <a:xfrm>
            <a:off x="8347024" y="1561339"/>
            <a:ext cx="2292143" cy="369332"/>
          </a:xfrm>
          <a:prstGeom prst="rect">
            <a:avLst/>
          </a:prstGeom>
          <a:noFill/>
        </p:spPr>
        <p:txBody>
          <a:bodyPr wrap="square">
            <a:spAutoFit/>
          </a:bodyPr>
          <a:lstStyle/>
          <a:p>
            <a:r>
              <a:rPr lang="en-US" dirty="0"/>
              <a:t>Common Distributions</a:t>
            </a:r>
          </a:p>
        </p:txBody>
      </p:sp>
    </p:spTree>
    <p:extLst>
      <p:ext uri="{BB962C8B-B14F-4D97-AF65-F5344CB8AC3E}">
        <p14:creationId xmlns:p14="http://schemas.microsoft.com/office/powerpoint/2010/main" val="441475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B269E-0B26-4F33-F0D4-1C59B8AD6D05}"/>
            </a:ext>
          </a:extLst>
        </p:cNvPr>
        <p:cNvGrpSpPr/>
        <p:nvPr/>
      </p:nvGrpSpPr>
      <p:grpSpPr>
        <a:xfrm>
          <a:off x="0" y="0"/>
          <a:ext cx="0" cy="0"/>
          <a:chOff x="0" y="0"/>
          <a:chExt cx="0" cy="0"/>
        </a:xfrm>
      </p:grpSpPr>
      <p:sp>
        <p:nvSpPr>
          <p:cNvPr id="11" name="Title 11">
            <a:extLst>
              <a:ext uri="{FF2B5EF4-FFF2-40B4-BE49-F238E27FC236}">
                <a16:creationId xmlns:a16="http://schemas.microsoft.com/office/drawing/2014/main" id="{2E5D3963-FFB2-3BB9-7F93-B574E5C62B6F}"/>
              </a:ext>
            </a:extLst>
          </p:cNvPr>
          <p:cNvSpPr txBox="1">
            <a:spLocks/>
          </p:cNvSpPr>
          <p:nvPr/>
        </p:nvSpPr>
        <p:spPr>
          <a:xfrm>
            <a:off x="847344" y="673791"/>
            <a:ext cx="5248655"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Probability Distribution Example</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96AF2CD3-D851-E369-5006-5162AEBD6479}"/>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Hypothesis Test Example</a:t>
            </a:r>
          </a:p>
        </p:txBody>
      </p:sp>
      <p:sp>
        <p:nvSpPr>
          <p:cNvPr id="3" name="TextBox 2">
            <a:extLst>
              <a:ext uri="{FF2B5EF4-FFF2-40B4-BE49-F238E27FC236}">
                <a16:creationId xmlns:a16="http://schemas.microsoft.com/office/drawing/2014/main" id="{BF6E0EC3-DD85-69FC-3750-FEA2412655C1}"/>
              </a:ext>
            </a:extLst>
          </p:cNvPr>
          <p:cNvSpPr txBox="1"/>
          <p:nvPr/>
        </p:nvSpPr>
        <p:spPr>
          <a:xfrm>
            <a:off x="202941" y="1711316"/>
            <a:ext cx="4639647" cy="4657685"/>
          </a:xfrm>
          <a:prstGeom prst="rect">
            <a:avLst/>
          </a:prstGeom>
          <a:noFill/>
        </p:spPr>
        <p:txBody>
          <a:bodyPr wrap="square">
            <a:spAutoFit/>
          </a:bodyPr>
          <a:lstStyle/>
          <a:p>
            <a:pPr>
              <a:lnSpc>
                <a:spcPct val="150000"/>
              </a:lnSpc>
              <a:defRPr/>
            </a:pPr>
            <a:r>
              <a:rPr lang="en-US" sz="2000" b="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1-Pop Example from textbook:</a:t>
            </a:r>
            <a:endPar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endParaRPr>
          </a:p>
          <a:p>
            <a:pPr>
              <a:lnSpc>
                <a:spcPct val="150000"/>
              </a:lnSpc>
              <a:defRPr/>
            </a:pPr>
            <a:r>
              <a:rPr lang="en-US" sz="1800" dirty="0">
                <a:latin typeface="Arial" panose="020B0604020202020204" pitchFamily="34" charset="0"/>
                <a:cs typeface="Arial" panose="020B0604020202020204" pitchFamily="34" charset="0"/>
              </a:rPr>
              <a:t>You get hired as a server at a local restaurant, and the manager tells you that servers’ tips are $42 on average but vary about $12. You decide to track your tips to see if you make a different amount, but because this is your first job as a server, you don’t know if you will make more or less in tips. After working 16 shifts, you find that your average nightly amount is $44.50 from tips. </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pic>
        <p:nvPicPr>
          <p:cNvPr id="4" name="Picture 3" descr="Normal distribution with adjusted dashed line">
            <a:extLst>
              <a:ext uri="{FF2B5EF4-FFF2-40B4-BE49-F238E27FC236}">
                <a16:creationId xmlns:a16="http://schemas.microsoft.com/office/drawing/2014/main" id="{4083F8C3-4382-B459-E435-C30570C9BE57}"/>
              </a:ext>
            </a:extLst>
          </p:cNvPr>
          <p:cNvPicPr>
            <a:picLocks noChangeAspect="1"/>
          </p:cNvPicPr>
          <p:nvPr/>
        </p:nvPicPr>
        <p:blipFill>
          <a:blip r:embed="rId3"/>
          <a:stretch>
            <a:fillRect/>
          </a:stretch>
        </p:blipFill>
        <p:spPr>
          <a:xfrm>
            <a:off x="5570330" y="1653672"/>
            <a:ext cx="5486400" cy="3657600"/>
          </a:xfrm>
          <a:prstGeom prst="rect">
            <a:avLst/>
          </a:prstGeom>
        </p:spPr>
      </p:pic>
      <p:sp>
        <p:nvSpPr>
          <p:cNvPr id="7" name="TextBox 6">
            <a:extLst>
              <a:ext uri="{FF2B5EF4-FFF2-40B4-BE49-F238E27FC236}">
                <a16:creationId xmlns:a16="http://schemas.microsoft.com/office/drawing/2014/main" id="{5629598B-E79C-4E42-C8C1-1929C655CCA9}"/>
              </a:ext>
            </a:extLst>
          </p:cNvPr>
          <p:cNvSpPr txBox="1"/>
          <p:nvPr/>
        </p:nvSpPr>
        <p:spPr>
          <a:xfrm>
            <a:off x="5418147" y="5311272"/>
            <a:ext cx="5790766" cy="785343"/>
          </a:xfrm>
          <a:prstGeom prst="rect">
            <a:avLst/>
          </a:prstGeom>
          <a:noFill/>
        </p:spPr>
        <p:txBody>
          <a:bodyPr wrap="square">
            <a:spAutoFit/>
          </a:bodyPr>
          <a:lstStyle/>
          <a:p>
            <a:pPr>
              <a:lnSpc>
                <a:spcPct val="150000"/>
              </a:lnSpc>
              <a:defRPr/>
            </a:pPr>
            <a:r>
              <a:rPr lang="en-US" sz="1600" i="1"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rPr>
              <a:t>Instructor note: I tried to get Copilot multiple times to make the dashed line at 44.5 closer to 42 but gave up. </a:t>
            </a:r>
          </a:p>
        </p:txBody>
      </p:sp>
    </p:spTree>
    <p:extLst>
      <p:ext uri="{BB962C8B-B14F-4D97-AF65-F5344CB8AC3E}">
        <p14:creationId xmlns:p14="http://schemas.microsoft.com/office/powerpoint/2010/main" val="2171766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FABDD-9E8D-665A-BC28-1EB57F0A8876}"/>
            </a:ext>
          </a:extLst>
        </p:cNvPr>
        <p:cNvGrpSpPr/>
        <p:nvPr/>
      </p:nvGrpSpPr>
      <p:grpSpPr>
        <a:xfrm>
          <a:off x="0" y="0"/>
          <a:ext cx="0" cy="0"/>
          <a:chOff x="0" y="0"/>
          <a:chExt cx="0" cy="0"/>
        </a:xfrm>
      </p:grpSpPr>
      <p:sp>
        <p:nvSpPr>
          <p:cNvPr id="11" name="Title 11">
            <a:extLst>
              <a:ext uri="{FF2B5EF4-FFF2-40B4-BE49-F238E27FC236}">
                <a16:creationId xmlns:a16="http://schemas.microsoft.com/office/drawing/2014/main" id="{BBC8227C-40E9-CC6C-FB7C-A383153DE89B}"/>
              </a:ext>
            </a:extLst>
          </p:cNvPr>
          <p:cNvSpPr txBox="1">
            <a:spLocks/>
          </p:cNvSpPr>
          <p:nvPr/>
        </p:nvSpPr>
        <p:spPr>
          <a:xfrm>
            <a:off x="847344" y="673791"/>
            <a:ext cx="5248655"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Probability Distribution Example</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3D2E0F5A-46C5-3758-515E-7B11FE9F7EF5}"/>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Test Statistic</a:t>
            </a:r>
          </a:p>
        </p:txBody>
      </p:sp>
      <p:sp>
        <p:nvSpPr>
          <p:cNvPr id="3" name="TextBox 2">
            <a:extLst>
              <a:ext uri="{FF2B5EF4-FFF2-40B4-BE49-F238E27FC236}">
                <a16:creationId xmlns:a16="http://schemas.microsoft.com/office/drawing/2014/main" id="{64BBD4D1-5288-0ECC-652A-F1B9FEDCF23F}"/>
              </a:ext>
            </a:extLst>
          </p:cNvPr>
          <p:cNvSpPr txBox="1"/>
          <p:nvPr/>
        </p:nvSpPr>
        <p:spPr>
          <a:xfrm>
            <a:off x="202941" y="1711316"/>
            <a:ext cx="4639647" cy="496996"/>
          </a:xfrm>
          <a:prstGeom prst="rect">
            <a:avLst/>
          </a:prstGeom>
          <a:noFill/>
        </p:spPr>
        <p:txBody>
          <a:bodyPr wrap="square">
            <a:spAutoFit/>
          </a:bodyPr>
          <a:lstStyle/>
          <a:p>
            <a:pPr>
              <a:lnSpc>
                <a:spcPct val="150000"/>
              </a:lnSpc>
              <a:defRPr/>
            </a:pPr>
            <a:r>
              <a:rPr lang="en-US" sz="2000" b="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Test Statistic:</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pic>
        <p:nvPicPr>
          <p:cNvPr id="4" name="Picture 3" descr="Normal distribution with adjusted dashed line">
            <a:extLst>
              <a:ext uri="{FF2B5EF4-FFF2-40B4-BE49-F238E27FC236}">
                <a16:creationId xmlns:a16="http://schemas.microsoft.com/office/drawing/2014/main" id="{6C999910-6A2D-359E-09F3-A6197DB646FF}"/>
              </a:ext>
            </a:extLst>
          </p:cNvPr>
          <p:cNvPicPr>
            <a:picLocks noChangeAspect="1"/>
          </p:cNvPicPr>
          <p:nvPr/>
        </p:nvPicPr>
        <p:blipFill>
          <a:blip r:embed="rId3"/>
          <a:stretch>
            <a:fillRect/>
          </a:stretch>
        </p:blipFill>
        <p:spPr>
          <a:xfrm>
            <a:off x="5570330" y="1653672"/>
            <a:ext cx="5486400" cy="3657600"/>
          </a:xfrm>
          <a:prstGeom prst="rect">
            <a:avLst/>
          </a:prstGeom>
        </p:spPr>
      </p:pic>
      <p:sp>
        <p:nvSpPr>
          <p:cNvPr id="7" name="TextBox 6">
            <a:extLst>
              <a:ext uri="{FF2B5EF4-FFF2-40B4-BE49-F238E27FC236}">
                <a16:creationId xmlns:a16="http://schemas.microsoft.com/office/drawing/2014/main" id="{CE102EB6-A157-FF52-9EB5-5378FC1E5C39}"/>
              </a:ext>
            </a:extLst>
          </p:cNvPr>
          <p:cNvSpPr txBox="1"/>
          <p:nvPr/>
        </p:nvSpPr>
        <p:spPr>
          <a:xfrm>
            <a:off x="5418147" y="5311272"/>
            <a:ext cx="5790766" cy="785343"/>
          </a:xfrm>
          <a:prstGeom prst="rect">
            <a:avLst/>
          </a:prstGeom>
          <a:noFill/>
        </p:spPr>
        <p:txBody>
          <a:bodyPr wrap="square">
            <a:spAutoFit/>
          </a:bodyPr>
          <a:lstStyle/>
          <a:p>
            <a:pPr>
              <a:lnSpc>
                <a:spcPct val="150000"/>
              </a:lnSpc>
              <a:defRPr/>
            </a:pPr>
            <a:r>
              <a:rPr lang="en-US" sz="1600" i="1"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rPr>
              <a:t>Instructor note: I tried to get Copilot multiple times to make the dashed line at 44.5 closer to 42 but gave up. </a:t>
            </a: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7A69D05-503F-F27E-0D49-D43154CF4357}"/>
                  </a:ext>
                </a:extLst>
              </p:cNvPr>
              <p:cNvSpPr txBox="1"/>
              <p:nvPr/>
            </p:nvSpPr>
            <p:spPr>
              <a:xfrm>
                <a:off x="1889449" y="2937785"/>
                <a:ext cx="1266629" cy="796372"/>
              </a:xfrm>
              <a:prstGeom prst="rect">
                <a:avLst/>
              </a:prstGeom>
            </p:spPr>
            <p:txBody>
              <a:bodyPr wrap="none" lIns="0" tIns="0" rIns="0" bIns="0" rtlCol="0" anchor="t">
                <a:spAutoFit/>
              </a:bodyPr>
              <a:lstStyle/>
              <a:p>
                <a:pPr algn="l" fontAlgn="auto">
                  <a:spcAft>
                    <a:spcPts val="0"/>
                  </a:spcAft>
                  <a:tabLst>
                    <a:tab pos="3590925" algn="l"/>
                  </a:tabLst>
                </a:pPr>
                <a:r>
                  <a:rPr lang="en-US" sz="2800" b="1" spc="600" dirty="0">
                    <a:solidFill>
                      <a:schemeClr val="tx1"/>
                    </a:solidFill>
                    <a:ea typeface="Roboto" panose="02000000000000000000" pitchFamily="2" charset="0"/>
                    <a:cs typeface="Arial" panose="020B0604020202020204" pitchFamily="34" charset="0"/>
                  </a:rPr>
                  <a:t>z=</a:t>
                </a:r>
                <a14:m>
                  <m:oMath xmlns:m="http://schemas.openxmlformats.org/officeDocument/2006/math">
                    <m:f>
                      <m:fPr>
                        <m:ctrlP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ctrlPr>
                      </m:fPr>
                      <m:num>
                        <m:acc>
                          <m:accPr>
                            <m:chr m:val="̅"/>
                            <m:ctrlP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ctrlPr>
                          </m:accPr>
                          <m:e>
                            <m: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t>𝒙</m:t>
                            </m:r>
                          </m:e>
                        </m:acc>
                        <m: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t> −</m:t>
                        </m:r>
                        <m: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t>𝝁</m:t>
                        </m:r>
                      </m:num>
                      <m:den>
                        <m:f>
                          <m:fPr>
                            <m:ctrlP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ctrlPr>
                          </m:fPr>
                          <m:num>
                            <m: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t>𝝈</m:t>
                            </m:r>
                          </m:num>
                          <m:den>
                            <m:rad>
                              <m:radPr>
                                <m:degHide m:val="on"/>
                                <m:ctrlP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ctrlPr>
                              </m:radPr>
                              <m:deg/>
                              <m:e>
                                <m:r>
                                  <a:rPr lang="en-US" sz="2800" b="1" i="1" spc="600" smtClean="0">
                                    <a:solidFill>
                                      <a:schemeClr val="tx1"/>
                                    </a:solidFill>
                                    <a:latin typeface="Cambria Math" panose="02040503050406030204" pitchFamily="18" charset="0"/>
                                    <a:ea typeface="Roboto" panose="02000000000000000000" pitchFamily="2" charset="0"/>
                                    <a:cs typeface="Arial" panose="020B0604020202020204" pitchFamily="34" charset="0"/>
                                  </a:rPr>
                                  <m:t>𝒏</m:t>
                                </m:r>
                              </m:e>
                            </m:rad>
                          </m:den>
                        </m:f>
                      </m:den>
                    </m:f>
                  </m:oMath>
                </a14:m>
                <a:endParaRPr lang="en-US" sz="1200" b="1" spc="600"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2" name="TextBox 1">
                <a:extLst>
                  <a:ext uri="{FF2B5EF4-FFF2-40B4-BE49-F238E27FC236}">
                    <a16:creationId xmlns:a16="http://schemas.microsoft.com/office/drawing/2014/main" id="{57A69D05-503F-F27E-0D49-D43154CF4357}"/>
                  </a:ext>
                </a:extLst>
              </p:cNvPr>
              <p:cNvSpPr txBox="1">
                <a:spLocks noRot="1" noChangeAspect="1" noMove="1" noResize="1" noEditPoints="1" noAdjustHandles="1" noChangeArrowheads="1" noChangeShapeType="1" noTextEdit="1"/>
              </p:cNvSpPr>
              <p:nvPr/>
            </p:nvSpPr>
            <p:spPr>
              <a:xfrm>
                <a:off x="1889449" y="2937785"/>
                <a:ext cx="1266629" cy="796372"/>
              </a:xfrm>
              <a:prstGeom prst="rect">
                <a:avLst/>
              </a:prstGeom>
              <a:blipFill>
                <a:blip r:embed="rId4"/>
                <a:stretch>
                  <a:fillRect l="-17308" t="-76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B83D38D-AD39-F7DE-DEB7-A7877D65F35E}"/>
                  </a:ext>
                </a:extLst>
              </p:cNvPr>
              <p:cNvSpPr txBox="1"/>
              <p:nvPr/>
            </p:nvSpPr>
            <p:spPr>
              <a:xfrm>
                <a:off x="2415455" y="1755752"/>
                <a:ext cx="2266711" cy="452560"/>
              </a:xfrm>
              <a:prstGeom prst="rect">
                <a:avLst/>
              </a:prstGeom>
            </p:spPr>
            <p:txBody>
              <a:bodyPr wrap="none" lIns="0" tIns="0" rIns="0" bIns="0" rtlCol="0" anchor="t">
                <a:spAutoFit/>
              </a:bodyPr>
              <a:lstStyle/>
              <a:p>
                <a:pPr algn="l" fontAlgn="auto">
                  <a:spcAft>
                    <a:spcPts val="0"/>
                  </a:spcAft>
                  <a:tabLst>
                    <a:tab pos="3590925" algn="l"/>
                  </a:tabLst>
                </a:pPr>
                <a:r>
                  <a:rPr lang="en-US" sz="2000" spc="600" dirty="0">
                    <a:solidFill>
                      <a:schemeClr val="tx1"/>
                    </a:solidFill>
                    <a:ea typeface="Roboto" panose="02000000000000000000" pitchFamily="2" charset="0"/>
                    <a:cs typeface="Arial" panose="020B0604020202020204" pitchFamily="34" charset="0"/>
                  </a:rPr>
                  <a:t>z=</a:t>
                </a:r>
                <a14:m>
                  <m:oMath xmlns:m="http://schemas.openxmlformats.org/officeDocument/2006/math">
                    <m:f>
                      <m:fPr>
                        <m:ctrlP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ctrlPr>
                      </m:fPr>
                      <m:num>
                        <m:r>
                          <m:rPr>
                            <m:sty m:val="p"/>
                          </m:rP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difference</m:t>
                        </m:r>
                        <m:r>
                          <a:rPr lang="en-US" sz="2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 </m:t>
                        </m:r>
                        <m:r>
                          <m:rPr>
                            <m:sty m:val="p"/>
                          </m:rP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from</m:t>
                        </m:r>
                        <m: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 </m:t>
                        </m:r>
                        <m:r>
                          <m:rPr>
                            <m:sty m:val="p"/>
                          </m:rP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hyp</m:t>
                        </m:r>
                        <m:r>
                          <a:rPr lang="en-US" sz="2000" b="0" i="0" spc="600" smtClean="0">
                            <a:solidFill>
                              <a:schemeClr val="tx1"/>
                            </a:solidFill>
                            <a:latin typeface="Cambria Math" panose="02040503050406030204" pitchFamily="18" charset="0"/>
                            <a:ea typeface="Roboto" panose="02000000000000000000" pitchFamily="2" charset="0"/>
                            <a:cs typeface="Arial" panose="020B0604020202020204" pitchFamily="34" charset="0"/>
                          </a:rPr>
                          <m:t> </m:t>
                        </m:r>
                      </m:num>
                      <m:den>
                        <m:r>
                          <m:rPr>
                            <m:sty m:val="p"/>
                          </m:rP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standard</m:t>
                        </m:r>
                        <m: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 </m:t>
                        </m:r>
                        <m:r>
                          <m:rPr>
                            <m:sty m:val="p"/>
                          </m:rPr>
                          <a:rPr lang="en-US" sz="20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error</m:t>
                        </m:r>
                      </m:den>
                    </m:f>
                  </m:oMath>
                </a14:m>
                <a:endParaRPr lang="en-US" sz="1050" b="1" spc="600"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8" name="TextBox 7">
                <a:extLst>
                  <a:ext uri="{FF2B5EF4-FFF2-40B4-BE49-F238E27FC236}">
                    <a16:creationId xmlns:a16="http://schemas.microsoft.com/office/drawing/2014/main" id="{8B83D38D-AD39-F7DE-DEB7-A7877D65F35E}"/>
                  </a:ext>
                </a:extLst>
              </p:cNvPr>
              <p:cNvSpPr txBox="1">
                <a:spLocks noRot="1" noChangeAspect="1" noMove="1" noResize="1" noEditPoints="1" noAdjustHandles="1" noChangeArrowheads="1" noChangeShapeType="1" noTextEdit="1"/>
              </p:cNvSpPr>
              <p:nvPr/>
            </p:nvSpPr>
            <p:spPr>
              <a:xfrm>
                <a:off x="2415455" y="1755752"/>
                <a:ext cx="2266711" cy="452560"/>
              </a:xfrm>
              <a:prstGeom prst="rect">
                <a:avLst/>
              </a:prstGeom>
              <a:blipFill>
                <a:blip r:embed="rId5"/>
                <a:stretch>
                  <a:fillRect l="-6720" b="-2027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62D3909B-332F-D4D1-9572-0C12B8FFE30B}"/>
                  </a:ext>
                </a:extLst>
              </p:cNvPr>
              <p:cNvSpPr txBox="1"/>
              <p:nvPr/>
            </p:nvSpPr>
            <p:spPr>
              <a:xfrm>
                <a:off x="511146" y="4389319"/>
                <a:ext cx="4331442" cy="1213666"/>
              </a:xfrm>
              <a:prstGeom prst="rect">
                <a:avLst/>
              </a:prstGeom>
            </p:spPr>
            <p:txBody>
              <a:bodyPr wrap="none" lIns="0" tIns="0" rIns="0" bIns="0" rtlCol="0" anchor="t">
                <a:spAutoFit/>
              </a:bodyPr>
              <a:lstStyle/>
              <a:p>
                <a:pPr algn="l" fontAlgn="auto">
                  <a:spcAft>
                    <a:spcPts val="0"/>
                  </a:spcAft>
                  <a:tabLst>
                    <a:tab pos="3590925" algn="l"/>
                  </a:tabLst>
                </a:pPr>
                <a:r>
                  <a:rPr lang="en-US" sz="4000" b="1" spc="600" dirty="0">
                    <a:solidFill>
                      <a:schemeClr val="tx1"/>
                    </a:solidFill>
                    <a:ea typeface="Roboto" panose="02000000000000000000" pitchFamily="2" charset="0"/>
                    <a:cs typeface="Arial" panose="020B0604020202020204" pitchFamily="34" charset="0"/>
                  </a:rPr>
                  <a:t>z=</a:t>
                </a:r>
                <a14:m>
                  <m:oMath xmlns:m="http://schemas.openxmlformats.org/officeDocument/2006/math">
                    <m:f>
                      <m:fPr>
                        <m:ctrlP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ctrlPr>
                      </m:fPr>
                      <m:num>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𝟒𝟒</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𝟓</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 − </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𝟒𝟐</m:t>
                        </m:r>
                      </m:num>
                      <m:den>
                        <m:f>
                          <m:fPr>
                            <m:ctrlP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ctrlPr>
                          </m:fPr>
                          <m:num>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𝟏𝟐</m:t>
                            </m:r>
                          </m:num>
                          <m:den>
                            <m:rad>
                              <m:radPr>
                                <m:degHide m:val="on"/>
                                <m:ctrlP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ctrlPr>
                              </m:radPr>
                              <m:deg/>
                              <m:e>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𝟏𝟔</m:t>
                                </m:r>
                              </m:e>
                            </m:rad>
                          </m:den>
                        </m:f>
                      </m:den>
                    </m:f>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𝟎</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m:t>
                    </m:r>
                    <m:r>
                      <a:rPr lang="en-US" sz="4000" b="1" i="1" smtClean="0">
                        <a:solidFill>
                          <a:schemeClr val="tx1"/>
                        </a:solidFill>
                        <a:latin typeface="Cambria Math" panose="02040503050406030204" pitchFamily="18" charset="0"/>
                        <a:ea typeface="Roboto" panose="02000000000000000000" pitchFamily="2" charset="0"/>
                        <a:cs typeface="Arial" panose="020B0604020202020204" pitchFamily="34" charset="0"/>
                      </a:rPr>
                      <m:t>𝟖𝟑𝟑</m:t>
                    </m:r>
                  </m:oMath>
                </a14:m>
                <a:endParaRPr lang="en-US" b="1"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10" name="TextBox 9">
                <a:extLst>
                  <a:ext uri="{FF2B5EF4-FFF2-40B4-BE49-F238E27FC236}">
                    <a16:creationId xmlns:a16="http://schemas.microsoft.com/office/drawing/2014/main" id="{62D3909B-332F-D4D1-9572-0C12B8FFE30B}"/>
                  </a:ext>
                </a:extLst>
              </p:cNvPr>
              <p:cNvSpPr txBox="1">
                <a:spLocks noRot="1" noChangeAspect="1" noMove="1" noResize="1" noEditPoints="1" noAdjustHandles="1" noChangeArrowheads="1" noChangeShapeType="1" noTextEdit="1"/>
              </p:cNvSpPr>
              <p:nvPr/>
            </p:nvSpPr>
            <p:spPr>
              <a:xfrm>
                <a:off x="511146" y="4389319"/>
                <a:ext cx="4331442" cy="1213666"/>
              </a:xfrm>
              <a:prstGeom prst="rect">
                <a:avLst/>
              </a:prstGeom>
              <a:blipFill>
                <a:blip r:embed="rId6"/>
                <a:stretch>
                  <a:fillRect l="-7183"/>
                </a:stretch>
              </a:blipFill>
            </p:spPr>
            <p:txBody>
              <a:bodyPr/>
              <a:lstStyle/>
              <a:p>
                <a:r>
                  <a:rPr lang="en-US">
                    <a:noFill/>
                  </a:rPr>
                  <a:t> </a:t>
                </a:r>
              </a:p>
            </p:txBody>
          </p:sp>
        </mc:Fallback>
      </mc:AlternateContent>
    </p:spTree>
    <p:extLst>
      <p:ext uri="{BB962C8B-B14F-4D97-AF65-F5344CB8AC3E}">
        <p14:creationId xmlns:p14="http://schemas.microsoft.com/office/powerpoint/2010/main" val="2292063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72AE-C6F2-8C12-DF6B-13AAF8AB0928}"/>
            </a:ext>
          </a:extLst>
        </p:cNvPr>
        <p:cNvGrpSpPr/>
        <p:nvPr/>
      </p:nvGrpSpPr>
      <p:grpSpPr>
        <a:xfrm>
          <a:off x="0" y="0"/>
          <a:ext cx="0" cy="0"/>
          <a:chOff x="0" y="0"/>
          <a:chExt cx="0" cy="0"/>
        </a:xfrm>
      </p:grpSpPr>
      <p:sp>
        <p:nvSpPr>
          <p:cNvPr id="11" name="Title 11">
            <a:extLst>
              <a:ext uri="{FF2B5EF4-FFF2-40B4-BE49-F238E27FC236}">
                <a16:creationId xmlns:a16="http://schemas.microsoft.com/office/drawing/2014/main" id="{2362EDA3-90E0-1419-5102-006F56B87F27}"/>
              </a:ext>
            </a:extLst>
          </p:cNvPr>
          <p:cNvSpPr txBox="1">
            <a:spLocks/>
          </p:cNvSpPr>
          <p:nvPr/>
        </p:nvSpPr>
        <p:spPr>
          <a:xfrm>
            <a:off x="847344" y="673791"/>
            <a:ext cx="5248655"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Probability Distribution Example</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E63F12E0-2A09-E37D-7AC4-036D445B18BD}"/>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P-value</a:t>
            </a:r>
          </a:p>
        </p:txBody>
      </p:sp>
      <p:sp>
        <p:nvSpPr>
          <p:cNvPr id="3" name="TextBox 2">
            <a:extLst>
              <a:ext uri="{FF2B5EF4-FFF2-40B4-BE49-F238E27FC236}">
                <a16:creationId xmlns:a16="http://schemas.microsoft.com/office/drawing/2014/main" id="{F64ACB4B-EF5A-207D-2A8B-85BE3F2FB913}"/>
              </a:ext>
            </a:extLst>
          </p:cNvPr>
          <p:cNvSpPr txBox="1"/>
          <p:nvPr/>
        </p:nvSpPr>
        <p:spPr>
          <a:xfrm>
            <a:off x="202941" y="1711316"/>
            <a:ext cx="4639647" cy="1420325"/>
          </a:xfrm>
          <a:prstGeom prst="rect">
            <a:avLst/>
          </a:prstGeom>
          <a:noFill/>
        </p:spPr>
        <p:txBody>
          <a:bodyPr wrap="square">
            <a:spAutoFit/>
          </a:bodyPr>
          <a:lstStyle/>
          <a:p>
            <a:pPr>
              <a:lnSpc>
                <a:spcPct val="150000"/>
              </a:lnSpc>
              <a:defRPr/>
            </a:pPr>
            <a:r>
              <a:rPr lang="en-US" sz="2000" b="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P-value: </a:t>
            </a: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Area under the curve of test statistic, based on the alternative hypothesis</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sp>
        <p:nvSpPr>
          <p:cNvPr id="7" name="TextBox 6">
            <a:extLst>
              <a:ext uri="{FF2B5EF4-FFF2-40B4-BE49-F238E27FC236}">
                <a16:creationId xmlns:a16="http://schemas.microsoft.com/office/drawing/2014/main" id="{49E4CBD5-3B6B-26F1-050F-BA0BC5ECD114}"/>
              </a:ext>
            </a:extLst>
          </p:cNvPr>
          <p:cNvSpPr txBox="1"/>
          <p:nvPr/>
        </p:nvSpPr>
        <p:spPr>
          <a:xfrm>
            <a:off x="5418147" y="5311272"/>
            <a:ext cx="5790766" cy="1154675"/>
          </a:xfrm>
          <a:prstGeom prst="rect">
            <a:avLst/>
          </a:prstGeom>
          <a:noFill/>
        </p:spPr>
        <p:txBody>
          <a:bodyPr wrap="square">
            <a:spAutoFit/>
          </a:bodyPr>
          <a:lstStyle/>
          <a:p>
            <a:pPr>
              <a:lnSpc>
                <a:spcPct val="150000"/>
              </a:lnSpc>
              <a:defRPr/>
            </a:pPr>
            <a:r>
              <a:rPr lang="en-US" sz="1600" i="1"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rPr>
              <a:t>Instructor note: Copilot completely failed trying to get the shading and other dashed values in the right spot, so I removed the numbers and manually placed them on the slide. </a:t>
            </a:r>
          </a:p>
        </p:txBody>
      </p:sp>
      <p:sp>
        <p:nvSpPr>
          <p:cNvPr id="9" name="TextBox 8">
            <a:extLst>
              <a:ext uri="{FF2B5EF4-FFF2-40B4-BE49-F238E27FC236}">
                <a16:creationId xmlns:a16="http://schemas.microsoft.com/office/drawing/2014/main" id="{A49D8620-88F3-6F95-D4FF-43975AB2800B}"/>
              </a:ext>
            </a:extLst>
          </p:cNvPr>
          <p:cNvSpPr txBox="1"/>
          <p:nvPr/>
        </p:nvSpPr>
        <p:spPr>
          <a:xfrm>
            <a:off x="202940" y="3131641"/>
            <a:ext cx="4639647" cy="2343655"/>
          </a:xfrm>
          <a:prstGeom prst="rect">
            <a:avLst/>
          </a:prstGeom>
          <a:noFill/>
        </p:spPr>
        <p:txBody>
          <a:bodyPr wrap="square">
            <a:spAutoFit/>
          </a:bodyPr>
          <a:lstStyle/>
          <a:p>
            <a:pPr>
              <a:lnSpc>
                <a:spcPct val="150000"/>
              </a:lnSpc>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In this case, our alternative of “average tips of $42” is “average tips not equal to $42”. So we want the probability of getting our test statistic or greater as well as less than the negative version.</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pic>
        <p:nvPicPr>
          <p:cNvPr id="12" name="Picture 11" descr="Normal distribution with shaded tails">
            <a:extLst>
              <a:ext uri="{FF2B5EF4-FFF2-40B4-BE49-F238E27FC236}">
                <a16:creationId xmlns:a16="http://schemas.microsoft.com/office/drawing/2014/main" id="{A7F9AE21-36D2-0A52-9F93-ACC624A4F8BC}"/>
              </a:ext>
            </a:extLst>
          </p:cNvPr>
          <p:cNvPicPr>
            <a:picLocks noChangeAspect="1"/>
          </p:cNvPicPr>
          <p:nvPr/>
        </p:nvPicPr>
        <p:blipFill>
          <a:blip r:embed="rId3"/>
          <a:stretch>
            <a:fillRect/>
          </a:stretch>
        </p:blipFill>
        <p:spPr>
          <a:xfrm>
            <a:off x="5611167" y="1422918"/>
            <a:ext cx="5486400" cy="3657600"/>
          </a:xfrm>
          <a:prstGeom prst="rect">
            <a:avLst/>
          </a:prstGeom>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C1F0028A-03C0-BF49-0E06-834B7B4233F4}"/>
                  </a:ext>
                </a:extLst>
              </p:cNvPr>
              <p:cNvSpPr txBox="1"/>
              <p:nvPr/>
            </p:nvSpPr>
            <p:spPr>
              <a:xfrm>
                <a:off x="7385180" y="3736910"/>
                <a:ext cx="335028" cy="138499"/>
              </a:xfrm>
              <a:prstGeom prst="rect">
                <a:avLst/>
              </a:prstGeom>
            </p:spPr>
            <p:txBody>
              <a:bodyPr wrap="none" lIns="0" tIns="0" rIns="0" bIns="0" rtlCol="0" anchor="t">
                <a:spAutoFit/>
              </a:bodyPr>
              <a:lstStyle/>
              <a:p>
                <a:pPr algn="l" fontAlgn="auto">
                  <a:spcAft>
                    <a:spcPts val="0"/>
                  </a:spcAft>
                  <a:tabLst>
                    <a:tab pos="3590925" algn="l"/>
                  </a:tabLst>
                </a:pPr>
                <a14:m>
                  <m:oMathPara xmlns:m="http://schemas.openxmlformats.org/officeDocument/2006/math">
                    <m:oMath>
                      <m:r>
                        <a:rPr lang="en-US" sz="9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−0.84</m:t>
                      </m:r>
                    </m:oMath>
                  </m:oMathPara>
                </a14:m>
                <a:endParaRPr lang="en-US" sz="900"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13" name="TextBox 12">
                <a:extLst>
                  <a:ext uri="{FF2B5EF4-FFF2-40B4-BE49-F238E27FC236}">
                    <a16:creationId xmlns:a16="http://schemas.microsoft.com/office/drawing/2014/main" id="{C1F0028A-03C0-BF49-0E06-834B7B4233F4}"/>
                  </a:ext>
                </a:extLst>
              </p:cNvPr>
              <p:cNvSpPr txBox="1">
                <a:spLocks noRot="1" noChangeAspect="1" noMove="1" noResize="1" noEditPoints="1" noAdjustHandles="1" noChangeArrowheads="1" noChangeShapeType="1" noTextEdit="1"/>
              </p:cNvSpPr>
              <p:nvPr/>
            </p:nvSpPr>
            <p:spPr>
              <a:xfrm>
                <a:off x="7385180" y="3736910"/>
                <a:ext cx="335028" cy="138499"/>
              </a:xfrm>
              <a:prstGeom prst="rect">
                <a:avLst/>
              </a:prstGeom>
              <a:blipFill>
                <a:blip r:embed="rId4"/>
                <a:stretch>
                  <a:fillRect r="-9091"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97F6225F-AF9B-9DC1-DCEC-DF665E232348}"/>
                  </a:ext>
                </a:extLst>
              </p:cNvPr>
              <p:cNvSpPr txBox="1"/>
              <p:nvPr/>
            </p:nvSpPr>
            <p:spPr>
              <a:xfrm>
                <a:off x="8948637" y="3715233"/>
                <a:ext cx="248466" cy="138499"/>
              </a:xfrm>
              <a:prstGeom prst="rect">
                <a:avLst/>
              </a:prstGeom>
            </p:spPr>
            <p:txBody>
              <a:bodyPr wrap="none" lIns="0" tIns="0" rIns="0" bIns="0" rtlCol="0" anchor="t">
                <a:spAutoFit/>
              </a:bodyPr>
              <a:lstStyle/>
              <a:p>
                <a:pPr algn="l" fontAlgn="auto">
                  <a:spcAft>
                    <a:spcPts val="0"/>
                  </a:spcAft>
                  <a:tabLst>
                    <a:tab pos="3590925" algn="l"/>
                  </a:tabLst>
                </a:pPr>
                <a14:m>
                  <m:oMathPara xmlns:m="http://schemas.openxmlformats.org/officeDocument/2006/math">
                    <m:oMath>
                      <m:r>
                        <a:rPr lang="en-US" sz="9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0.84</m:t>
                      </m:r>
                    </m:oMath>
                  </m:oMathPara>
                </a14:m>
                <a:endParaRPr lang="en-US" sz="900"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15" name="TextBox 14">
                <a:extLst>
                  <a:ext uri="{FF2B5EF4-FFF2-40B4-BE49-F238E27FC236}">
                    <a16:creationId xmlns:a16="http://schemas.microsoft.com/office/drawing/2014/main" id="{97F6225F-AF9B-9DC1-DCEC-DF665E232348}"/>
                  </a:ext>
                </a:extLst>
              </p:cNvPr>
              <p:cNvSpPr txBox="1">
                <a:spLocks noRot="1" noChangeAspect="1" noMove="1" noResize="1" noEditPoints="1" noAdjustHandles="1" noChangeArrowheads="1" noChangeShapeType="1" noTextEdit="1"/>
              </p:cNvSpPr>
              <p:nvPr/>
            </p:nvSpPr>
            <p:spPr>
              <a:xfrm>
                <a:off x="8948637" y="3715233"/>
                <a:ext cx="248466" cy="138499"/>
              </a:xfrm>
              <a:prstGeom prst="rect">
                <a:avLst/>
              </a:prstGeom>
              <a:blipFill>
                <a:blip r:embed="rId5"/>
                <a:stretch>
                  <a:fillRect l="-9756" r="-12195" b="-8696"/>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C312E34-B184-1D46-04CF-B5C522AC9630}"/>
              </a:ext>
            </a:extLst>
          </p:cNvPr>
          <p:cNvSpPr txBox="1"/>
          <p:nvPr/>
        </p:nvSpPr>
        <p:spPr>
          <a:xfrm>
            <a:off x="202941" y="5888609"/>
            <a:ext cx="4639647" cy="496996"/>
          </a:xfrm>
          <a:prstGeom prst="rect">
            <a:avLst/>
          </a:prstGeom>
          <a:noFill/>
        </p:spPr>
        <p:txBody>
          <a:bodyPr wrap="square">
            <a:spAutoFit/>
          </a:bodyPr>
          <a:lstStyle/>
          <a:p>
            <a:pPr>
              <a:lnSpc>
                <a:spcPct val="150000"/>
              </a:lnSpc>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p =2*NORM.S.DIST(-0.84, 1) = 0.41 </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p:spTree>
    <p:extLst>
      <p:ext uri="{BB962C8B-B14F-4D97-AF65-F5344CB8AC3E}">
        <p14:creationId xmlns:p14="http://schemas.microsoft.com/office/powerpoint/2010/main" val="1047507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3BAC2-C61B-4CB6-30CC-87EDA5DE107F}"/>
            </a:ext>
          </a:extLst>
        </p:cNvPr>
        <p:cNvGrpSpPr/>
        <p:nvPr/>
      </p:nvGrpSpPr>
      <p:grpSpPr>
        <a:xfrm>
          <a:off x="0" y="0"/>
          <a:ext cx="0" cy="0"/>
          <a:chOff x="0" y="0"/>
          <a:chExt cx="0" cy="0"/>
        </a:xfrm>
      </p:grpSpPr>
      <p:sp>
        <p:nvSpPr>
          <p:cNvPr id="11" name="Title 11">
            <a:extLst>
              <a:ext uri="{FF2B5EF4-FFF2-40B4-BE49-F238E27FC236}">
                <a16:creationId xmlns:a16="http://schemas.microsoft.com/office/drawing/2014/main" id="{CFACCCEA-242C-F724-6A74-E3F129FBAAA7}"/>
              </a:ext>
            </a:extLst>
          </p:cNvPr>
          <p:cNvSpPr txBox="1">
            <a:spLocks/>
          </p:cNvSpPr>
          <p:nvPr/>
        </p:nvSpPr>
        <p:spPr>
          <a:xfrm>
            <a:off x="847344" y="673791"/>
            <a:ext cx="5248655" cy="243069"/>
          </a:xfrm>
          <a:prstGeom prst="rect">
            <a:avLst/>
          </a:prstGeom>
        </p:spPr>
        <p:txBody>
          <a:bodyPr lIns="91416" tIns="45708" rIns="91416" bIns="45708" anchor="t"/>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fontAlgn="auto">
              <a:spcAft>
                <a:spcPts val="0"/>
              </a:spcAft>
              <a:tabLst>
                <a:tab pos="3590925" algn="l"/>
              </a:tabLst>
              <a:defRPr/>
            </a:pPr>
            <a:r>
              <a:rPr lang="en-US" sz="1100" b="1" spc="600" dirty="0">
                <a:solidFill>
                  <a:srgbClr val="7F7F7F"/>
                </a:solidFill>
                <a:latin typeface="Arial" panose="020B0604020202020204" pitchFamily="34" charset="0"/>
                <a:ea typeface="Roboto" panose="02000000000000000000" pitchFamily="2" charset="0"/>
                <a:cs typeface="Arial" panose="020B0604020202020204" pitchFamily="34" charset="0"/>
              </a:rPr>
              <a:t>Probability Distribution Example</a:t>
            </a:r>
            <a:endParaRPr lang="id-ID" sz="1100" b="1" spc="600" dirty="0">
              <a:solidFill>
                <a:srgbClr val="7F7F7F"/>
              </a:solidFill>
              <a:latin typeface="Arial" panose="020B0604020202020204" pitchFamily="34" charset="0"/>
              <a:ea typeface="Roboto" panose="02000000000000000000" pitchFamily="2" charset="0"/>
              <a:cs typeface="Arial" panose="020B0604020202020204" pitchFamily="34" charset="0"/>
            </a:endParaRPr>
          </a:p>
        </p:txBody>
      </p:sp>
      <p:sp>
        <p:nvSpPr>
          <p:cNvPr id="5" name="TextBox 4">
            <a:extLst>
              <a:ext uri="{FF2B5EF4-FFF2-40B4-BE49-F238E27FC236}">
                <a16:creationId xmlns:a16="http://schemas.microsoft.com/office/drawing/2014/main" id="{716CCDB3-3935-13B4-96EC-B91C24980962}"/>
              </a:ext>
            </a:extLst>
          </p:cNvPr>
          <p:cNvSpPr txBox="1"/>
          <p:nvPr/>
        </p:nvSpPr>
        <p:spPr>
          <a:xfrm>
            <a:off x="847345" y="1023668"/>
            <a:ext cx="8811491" cy="523196"/>
          </a:xfrm>
          <a:prstGeom prst="rect">
            <a:avLst/>
          </a:prstGeom>
        </p:spPr>
        <p:txBody>
          <a:bodyPr wrap="square" lIns="91416" tIns="45708" rIns="91416" bIns="45708" rtlCol="0" anchor="t">
            <a:spAutoFit/>
          </a:bodyPr>
          <a:lstStyle/>
          <a:p>
            <a:pPr algn="l" fontAlgn="auto">
              <a:spcAft>
                <a:spcPts val="0"/>
              </a:spcAft>
              <a:tabLst>
                <a:tab pos="3590925" algn="l"/>
              </a:tabLst>
            </a:pPr>
            <a:r>
              <a:rPr lang="en-US" sz="2800" b="1" dirty="0">
                <a:solidFill>
                  <a:srgbClr val="00509A"/>
                </a:solidFill>
                <a:latin typeface="Arial" panose="020B0604020202020204" pitchFamily="34" charset="0"/>
                <a:ea typeface="Roboto" panose="02000000000000000000" pitchFamily="2" charset="0"/>
                <a:cs typeface="Arial" panose="020B0604020202020204" pitchFamily="34" charset="0"/>
              </a:rPr>
              <a:t>Conclusion</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4359DA4-373C-4FF3-B46E-98F85CE668BC}"/>
                  </a:ext>
                </a:extLst>
              </p:cNvPr>
              <p:cNvSpPr txBox="1"/>
              <p:nvPr/>
            </p:nvSpPr>
            <p:spPr>
              <a:xfrm>
                <a:off x="320431" y="1581759"/>
                <a:ext cx="4639647" cy="1938992"/>
              </a:xfrm>
              <a:prstGeom prst="rect">
                <a:avLst/>
              </a:prstGeom>
              <a:noFill/>
            </p:spPr>
            <p:txBody>
              <a:bodyPr wrap="square">
                <a:spAutoFit/>
              </a:bodyPr>
              <a:lstStyle/>
              <a:p>
                <a:pPr>
                  <a:lnSpc>
                    <a:spcPct val="150000"/>
                  </a:lnSpc>
                  <a:defRPr/>
                </a:pPr>
                <a14:m>
                  <m:oMathPara xmlns:m="http://schemas.openxmlformats.org/officeDocument/2006/math">
                    <m:oMath>
                      <m:sSub>
                        <m:sSubPr>
                          <m:ctrlP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ctrlPr>
                        </m:sSubPr>
                        <m:e>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ℎ</m:t>
                          </m:r>
                        </m:e>
                        <m:sub>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0</m:t>
                          </m:r>
                        </m:sub>
                      </m:sSub>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m:t>
                      </m:r>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𝜇</m:t>
                      </m:r>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=$42</m:t>
                      </m:r>
                    </m:oMath>
                  </m:oMathPara>
                </a14:m>
                <a:endParaRPr lang="en-US" sz="2000" b="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a:p>
                <a:pPr>
                  <a:lnSpc>
                    <a:spcPct val="150000"/>
                  </a:lnSpc>
                  <a:defRPr/>
                </a:pPr>
                <a14:m>
                  <m:oMathPara xmlns:m="http://schemas.openxmlformats.org/officeDocument/2006/math">
                    <m:oMath>
                      <m:sSub>
                        <m:sSubPr>
                          <m:ctrlP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ctrlPr>
                        </m:sSubPr>
                        <m:e>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ℎ</m:t>
                          </m:r>
                        </m:e>
                        <m:sub>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𝑎</m:t>
                          </m:r>
                        </m:sub>
                      </m:sSub>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m:t>
                      </m:r>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𝜇</m:t>
                      </m:r>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≠$42</m:t>
                      </m:r>
                    </m:oMath>
                  </m:oMathPara>
                </a14:m>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a:p>
                <a:pPr>
                  <a:lnSpc>
                    <a:spcPct val="150000"/>
                  </a:lnSpc>
                  <a:defRPr/>
                </a:pP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a:p>
                <a:pPr>
                  <a:lnSpc>
                    <a:spcPct val="150000"/>
                  </a:lnSpc>
                  <a:defRPr/>
                </a:pPr>
                <a14:m>
                  <m:oMathPara xmlns:m="http://schemas.openxmlformats.org/officeDocument/2006/math">
                    <m:oMath>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𝛼</m:t>
                      </m:r>
                      <m:r>
                        <a:rPr lang="en-US" sz="2000" b="0" i="1" smtClean="0">
                          <a:solidFill>
                            <a:schemeClr val="tx1">
                              <a:lumMod val="75000"/>
                              <a:lumOff val="25000"/>
                            </a:schemeClr>
                          </a:solidFill>
                          <a:latin typeface="Cambria Math" panose="02040503050406030204" pitchFamily="18" charset="0"/>
                          <a:ea typeface="Adobe Fan Heiti Std B" panose="020B0700000000000000" pitchFamily="34" charset="-128"/>
                          <a:cs typeface="Arial" panose="020B0604020202020204" pitchFamily="34" charset="0"/>
                        </a:rPr>
                        <m:t>=0.05</m:t>
                      </m:r>
                    </m:oMath>
                  </m:oMathPara>
                </a14:m>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mc:Choice>
        <mc:Fallback>
          <p:sp>
            <p:nvSpPr>
              <p:cNvPr id="3" name="TextBox 2">
                <a:extLst>
                  <a:ext uri="{FF2B5EF4-FFF2-40B4-BE49-F238E27FC236}">
                    <a16:creationId xmlns:a16="http://schemas.microsoft.com/office/drawing/2014/main" id="{F4359DA4-373C-4FF3-B46E-98F85CE668BC}"/>
                  </a:ext>
                </a:extLst>
              </p:cNvPr>
              <p:cNvSpPr txBox="1">
                <a:spLocks noRot="1" noChangeAspect="1" noMove="1" noResize="1" noEditPoints="1" noAdjustHandles="1" noChangeArrowheads="1" noChangeShapeType="1" noTextEdit="1"/>
              </p:cNvSpPr>
              <p:nvPr/>
            </p:nvSpPr>
            <p:spPr>
              <a:xfrm>
                <a:off x="320431" y="1581759"/>
                <a:ext cx="4639647" cy="19389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91EBCBC-F4E3-5374-748B-54F3999B16A1}"/>
                  </a:ext>
                </a:extLst>
              </p:cNvPr>
              <p:cNvSpPr txBox="1"/>
              <p:nvPr/>
            </p:nvSpPr>
            <p:spPr>
              <a:xfrm>
                <a:off x="320432" y="4139523"/>
                <a:ext cx="4639647" cy="1881990"/>
              </a:xfrm>
              <a:prstGeom prst="rect">
                <a:avLst/>
              </a:prstGeom>
              <a:noFill/>
            </p:spPr>
            <p:txBody>
              <a:bodyPr wrap="square">
                <a:spAutoFit/>
              </a:bodyPr>
              <a:lstStyle/>
              <a:p>
                <a:pPr>
                  <a:lnSpc>
                    <a:spcPct val="150000"/>
                  </a:lnSpc>
                  <a:defRPr/>
                </a:pP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With a p-value of </a:t>
                </a:r>
                <a14:m>
                  <m:oMath xmlns:m="http://schemas.openxmlformats.org/officeDocument/2006/math">
                    <m:r>
                      <a:rPr lang="en-US" sz="2000" b="0" i="1" smtClean="0">
                        <a:solidFill>
                          <a:schemeClr val="tx1">
                            <a:lumMod val="75000"/>
                            <a:lumOff val="25000"/>
                          </a:schemeClr>
                        </a:solidFill>
                        <a:latin typeface="Cambria Math" panose="02040503050406030204" pitchFamily="18" charset="0"/>
                        <a:ea typeface="Open Sans" panose="020B0606030504020204" pitchFamily="34" charset="0"/>
                        <a:cs typeface="Arial" panose="020B0604020202020204" pitchFamily="34" charset="0"/>
                      </a:rPr>
                      <m:t>0.42&gt;</m:t>
                    </m:r>
                    <m:r>
                      <a:rPr lang="en-US" sz="2000" b="0" i="1" smtClean="0">
                        <a:solidFill>
                          <a:schemeClr val="tx1">
                            <a:lumMod val="75000"/>
                            <a:lumOff val="25000"/>
                          </a:schemeClr>
                        </a:solidFill>
                        <a:latin typeface="Cambria Math" panose="02040503050406030204" pitchFamily="18" charset="0"/>
                        <a:ea typeface="Open Sans" panose="020B0606030504020204" pitchFamily="34" charset="0"/>
                        <a:cs typeface="Arial" panose="020B0604020202020204" pitchFamily="34" charset="0"/>
                      </a:rPr>
                      <m:t>𝛼</m:t>
                    </m:r>
                  </m:oMath>
                </a14:m>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 we </a:t>
                </a:r>
                <a:r>
                  <a:rPr lang="en-US" sz="2000" b="1" i="1"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fail to reject </a:t>
                </a:r>
                <a:r>
                  <a:rPr lang="en-US" sz="2000" dirty="0">
                    <a:solidFill>
                      <a:schemeClr val="tx1">
                        <a:lumMod val="75000"/>
                        <a:lumOff val="25000"/>
                      </a:schemeClr>
                    </a:solidFill>
                    <a:latin typeface="Arial" panose="020B0604020202020204" pitchFamily="34" charset="0"/>
                    <a:ea typeface="Open Sans" panose="020B0606030504020204" pitchFamily="34" charset="0"/>
                    <a:cs typeface="Arial" panose="020B0604020202020204" pitchFamily="34" charset="0"/>
                  </a:rPr>
                  <a:t>the null hypothesis. We do not have sufficient evidence to suggest the average tips is not equal to $42.</a:t>
                </a:r>
                <a:endParaRPr lang="en-US" sz="2000" dirty="0">
                  <a:solidFill>
                    <a:schemeClr val="tx1">
                      <a:lumMod val="75000"/>
                      <a:lumOff val="25000"/>
                    </a:schemeClr>
                  </a:solidFill>
                  <a:latin typeface="Arial" panose="020B0604020202020204" pitchFamily="34" charset="0"/>
                  <a:ea typeface="Adobe Fan Heiti Std B" panose="020B0700000000000000" pitchFamily="34" charset="-128"/>
                  <a:cs typeface="Arial" panose="020B0604020202020204" pitchFamily="34" charset="0"/>
                </a:endParaRPr>
              </a:p>
            </p:txBody>
          </p:sp>
        </mc:Choice>
        <mc:Fallback>
          <p:sp>
            <p:nvSpPr>
              <p:cNvPr id="9" name="TextBox 8">
                <a:extLst>
                  <a:ext uri="{FF2B5EF4-FFF2-40B4-BE49-F238E27FC236}">
                    <a16:creationId xmlns:a16="http://schemas.microsoft.com/office/drawing/2014/main" id="{E91EBCBC-F4E3-5374-748B-54F3999B16A1}"/>
                  </a:ext>
                </a:extLst>
              </p:cNvPr>
              <p:cNvSpPr txBox="1">
                <a:spLocks noRot="1" noChangeAspect="1" noMove="1" noResize="1" noEditPoints="1" noAdjustHandles="1" noChangeArrowheads="1" noChangeShapeType="1" noTextEdit="1"/>
              </p:cNvSpPr>
              <p:nvPr/>
            </p:nvSpPr>
            <p:spPr>
              <a:xfrm>
                <a:off x="320432" y="4139523"/>
                <a:ext cx="4639647" cy="1881990"/>
              </a:xfrm>
              <a:prstGeom prst="rect">
                <a:avLst/>
              </a:prstGeom>
              <a:blipFill>
                <a:blip r:embed="rId4"/>
                <a:stretch>
                  <a:fillRect l="-1445" r="-920" b="-4854"/>
                </a:stretch>
              </a:blipFill>
            </p:spPr>
            <p:txBody>
              <a:bodyPr/>
              <a:lstStyle/>
              <a:p>
                <a:r>
                  <a:rPr lang="en-US">
                    <a:noFill/>
                  </a:rPr>
                  <a:t> </a:t>
                </a:r>
              </a:p>
            </p:txBody>
          </p:sp>
        </mc:Fallback>
      </mc:AlternateContent>
      <p:pic>
        <p:nvPicPr>
          <p:cNvPr id="12" name="Picture 11" descr="Normal distribution with shaded tails">
            <a:extLst>
              <a:ext uri="{FF2B5EF4-FFF2-40B4-BE49-F238E27FC236}">
                <a16:creationId xmlns:a16="http://schemas.microsoft.com/office/drawing/2014/main" id="{7C116331-CF29-3E37-1C75-EF26A4494461}"/>
              </a:ext>
            </a:extLst>
          </p:cNvPr>
          <p:cNvPicPr>
            <a:picLocks noChangeAspect="1"/>
          </p:cNvPicPr>
          <p:nvPr/>
        </p:nvPicPr>
        <p:blipFill>
          <a:blip r:embed="rId5"/>
          <a:stretch>
            <a:fillRect/>
          </a:stretch>
        </p:blipFill>
        <p:spPr>
          <a:xfrm>
            <a:off x="5611167" y="1422918"/>
            <a:ext cx="5486400" cy="3657600"/>
          </a:xfrm>
          <a:prstGeom prst="rect">
            <a:avLst/>
          </a:prstGeom>
        </p:spPr>
      </p:pic>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7BF6C7E4-AC55-4E6C-81D1-BA2354903FC2}"/>
                  </a:ext>
                </a:extLst>
              </p:cNvPr>
              <p:cNvSpPr txBox="1"/>
              <p:nvPr/>
            </p:nvSpPr>
            <p:spPr>
              <a:xfrm>
                <a:off x="7385180" y="3736910"/>
                <a:ext cx="335028" cy="138499"/>
              </a:xfrm>
              <a:prstGeom prst="rect">
                <a:avLst/>
              </a:prstGeom>
            </p:spPr>
            <p:txBody>
              <a:bodyPr wrap="none" lIns="0" tIns="0" rIns="0" bIns="0" rtlCol="0" anchor="t">
                <a:spAutoFit/>
              </a:bodyPr>
              <a:lstStyle/>
              <a:p>
                <a:pPr algn="l" fontAlgn="auto">
                  <a:spcAft>
                    <a:spcPts val="0"/>
                  </a:spcAft>
                  <a:tabLst>
                    <a:tab pos="3590925" algn="l"/>
                  </a:tabLst>
                </a:pPr>
                <a14:m>
                  <m:oMathPara xmlns:m="http://schemas.openxmlformats.org/officeDocument/2006/math">
                    <m:oMath>
                      <m:r>
                        <a:rPr lang="en-US" sz="9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−0.84</m:t>
                      </m:r>
                    </m:oMath>
                  </m:oMathPara>
                </a14:m>
                <a:endParaRPr lang="en-US" sz="900"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13" name="TextBox 12">
                <a:extLst>
                  <a:ext uri="{FF2B5EF4-FFF2-40B4-BE49-F238E27FC236}">
                    <a16:creationId xmlns:a16="http://schemas.microsoft.com/office/drawing/2014/main" id="{7BF6C7E4-AC55-4E6C-81D1-BA2354903FC2}"/>
                  </a:ext>
                </a:extLst>
              </p:cNvPr>
              <p:cNvSpPr txBox="1">
                <a:spLocks noRot="1" noChangeAspect="1" noMove="1" noResize="1" noEditPoints="1" noAdjustHandles="1" noChangeArrowheads="1" noChangeShapeType="1" noTextEdit="1"/>
              </p:cNvSpPr>
              <p:nvPr/>
            </p:nvSpPr>
            <p:spPr>
              <a:xfrm>
                <a:off x="7385180" y="3736910"/>
                <a:ext cx="335028" cy="138499"/>
              </a:xfrm>
              <a:prstGeom prst="rect">
                <a:avLst/>
              </a:prstGeom>
              <a:blipFill>
                <a:blip r:embed="rId6"/>
                <a:stretch>
                  <a:fillRect r="-9091"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E21D3872-145D-806A-C318-E681998F41C8}"/>
                  </a:ext>
                </a:extLst>
              </p:cNvPr>
              <p:cNvSpPr txBox="1"/>
              <p:nvPr/>
            </p:nvSpPr>
            <p:spPr>
              <a:xfrm>
                <a:off x="8948637" y="3715233"/>
                <a:ext cx="248466" cy="138499"/>
              </a:xfrm>
              <a:prstGeom prst="rect">
                <a:avLst/>
              </a:prstGeom>
            </p:spPr>
            <p:txBody>
              <a:bodyPr wrap="none" lIns="0" tIns="0" rIns="0" bIns="0" rtlCol="0" anchor="t">
                <a:spAutoFit/>
              </a:bodyPr>
              <a:lstStyle/>
              <a:p>
                <a:pPr algn="l" fontAlgn="auto">
                  <a:spcAft>
                    <a:spcPts val="0"/>
                  </a:spcAft>
                  <a:tabLst>
                    <a:tab pos="3590925" algn="l"/>
                  </a:tabLst>
                </a:pPr>
                <a14:m>
                  <m:oMathPara xmlns:m="http://schemas.openxmlformats.org/officeDocument/2006/math">
                    <m:oMath>
                      <m:r>
                        <a:rPr lang="en-US" sz="900" b="0" i="0" smtClean="0">
                          <a:solidFill>
                            <a:schemeClr val="tx1"/>
                          </a:solidFill>
                          <a:latin typeface="Cambria Math" panose="02040503050406030204" pitchFamily="18" charset="0"/>
                          <a:ea typeface="Roboto" panose="02000000000000000000" pitchFamily="2" charset="0"/>
                          <a:cs typeface="Arial" panose="020B0604020202020204" pitchFamily="34" charset="0"/>
                        </a:rPr>
                        <m:t>0.84</m:t>
                      </m:r>
                    </m:oMath>
                  </m:oMathPara>
                </a14:m>
                <a:endParaRPr lang="en-US" sz="900" dirty="0">
                  <a:solidFill>
                    <a:schemeClr val="tx1"/>
                  </a:solidFill>
                  <a:latin typeface="Arial" panose="020B0604020202020204" pitchFamily="34" charset="0"/>
                  <a:ea typeface="Roboto" panose="02000000000000000000" pitchFamily="2" charset="0"/>
                  <a:cs typeface="Arial" panose="020B0604020202020204" pitchFamily="34" charset="0"/>
                </a:endParaRPr>
              </a:p>
            </p:txBody>
          </p:sp>
        </mc:Choice>
        <mc:Fallback>
          <p:sp>
            <p:nvSpPr>
              <p:cNvPr id="15" name="TextBox 14">
                <a:extLst>
                  <a:ext uri="{FF2B5EF4-FFF2-40B4-BE49-F238E27FC236}">
                    <a16:creationId xmlns:a16="http://schemas.microsoft.com/office/drawing/2014/main" id="{E21D3872-145D-806A-C318-E681998F41C8}"/>
                  </a:ext>
                </a:extLst>
              </p:cNvPr>
              <p:cNvSpPr txBox="1">
                <a:spLocks noRot="1" noChangeAspect="1" noMove="1" noResize="1" noEditPoints="1" noAdjustHandles="1" noChangeArrowheads="1" noChangeShapeType="1" noTextEdit="1"/>
              </p:cNvSpPr>
              <p:nvPr/>
            </p:nvSpPr>
            <p:spPr>
              <a:xfrm>
                <a:off x="8948637" y="3715233"/>
                <a:ext cx="248466" cy="138499"/>
              </a:xfrm>
              <a:prstGeom prst="rect">
                <a:avLst/>
              </a:prstGeom>
              <a:blipFill>
                <a:blip r:embed="rId7"/>
                <a:stretch>
                  <a:fillRect l="-9756" r="-12195" b="-8696"/>
                </a:stretch>
              </a:blipFill>
            </p:spPr>
            <p:txBody>
              <a:bodyPr/>
              <a:lstStyle/>
              <a:p>
                <a:r>
                  <a:rPr lang="en-US">
                    <a:noFill/>
                  </a:rPr>
                  <a:t> </a:t>
                </a:r>
              </a:p>
            </p:txBody>
          </p:sp>
        </mc:Fallback>
      </mc:AlternateContent>
    </p:spTree>
    <p:extLst>
      <p:ext uri="{BB962C8B-B14F-4D97-AF65-F5344CB8AC3E}">
        <p14:creationId xmlns:p14="http://schemas.microsoft.com/office/powerpoint/2010/main" val="2057697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F37C05-3A1C-1740-8191-ECD9459EC91F}"/>
              </a:ext>
            </a:extLst>
          </p:cNvPr>
          <p:cNvSpPr txBox="1">
            <a:spLocks noChangeArrowheads="1"/>
          </p:cNvSpPr>
          <p:nvPr/>
        </p:nvSpPr>
        <p:spPr bwMode="auto">
          <a:xfrm>
            <a:off x="3892168" y="3044279"/>
            <a:ext cx="4407664"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4400" b="1" dirty="0">
                <a:solidFill>
                  <a:schemeClr val="bg1"/>
                </a:solidFill>
                <a:latin typeface="Arial" panose="020B0604020202020204" pitchFamily="34" charset="0"/>
                <a:ea typeface="Lato" panose="020F0502020204030203" pitchFamily="34" charset="0"/>
                <a:cs typeface="Arial" panose="020B0604020202020204" pitchFamily="34" charset="0"/>
              </a:rPr>
              <a:t>Email if you still have questions!</a:t>
            </a:r>
            <a:endParaRPr lang="id-ID" altLang="en-US" sz="4400" b="1" dirty="0">
              <a:solidFill>
                <a:schemeClr val="bg1"/>
              </a:solidFill>
              <a:latin typeface="Arial" panose="020B0604020202020204" pitchFamily="34" charset="0"/>
              <a:ea typeface="Lato" panose="020F0502020204030203" pitchFamily="34" charset="0"/>
              <a:cs typeface="Arial" panose="020B0604020202020204" pitchFamily="34" charset="0"/>
            </a:endParaRPr>
          </a:p>
        </p:txBody>
      </p:sp>
      <p:pic>
        <p:nvPicPr>
          <p:cNvPr id="3" name="Picture 2" descr="A picture containing text, clipart&#10;&#10;Description automatically generated">
            <a:extLst>
              <a:ext uri="{FF2B5EF4-FFF2-40B4-BE49-F238E27FC236}">
                <a16:creationId xmlns:a16="http://schemas.microsoft.com/office/drawing/2014/main" id="{47F9730E-D4E3-5642-8734-5146C3720261}"/>
              </a:ext>
            </a:extLst>
          </p:cNvPr>
          <p:cNvPicPr>
            <a:picLocks noChangeAspect="1"/>
          </p:cNvPicPr>
          <p:nvPr/>
        </p:nvPicPr>
        <p:blipFill>
          <a:blip r:embed="rId3"/>
          <a:stretch>
            <a:fillRect/>
          </a:stretch>
        </p:blipFill>
        <p:spPr>
          <a:xfrm>
            <a:off x="5080000" y="6097536"/>
            <a:ext cx="2032000" cy="338667"/>
          </a:xfrm>
          <a:prstGeom prst="rect">
            <a:avLst/>
          </a:prstGeom>
        </p:spPr>
      </p:pic>
    </p:spTree>
    <p:extLst>
      <p:ext uri="{BB962C8B-B14F-4D97-AF65-F5344CB8AC3E}">
        <p14:creationId xmlns:p14="http://schemas.microsoft.com/office/powerpoint/2010/main" val="42094072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509A">
            <a:alpha val="90000"/>
          </a:srgbClr>
        </a:solid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lIns="91416" tIns="45708" rIns="91416" bIns="45708" anchor="t"/>
      <a:lstStyle>
        <a:defPPr algn="l" fontAlgn="auto">
          <a:spcAft>
            <a:spcPts val="0"/>
          </a:spcAft>
          <a:tabLst>
            <a:tab pos="3590925" algn="l"/>
          </a:tabLst>
          <a:defRPr sz="900" b="1" spc="600" dirty="0" smtClean="0">
            <a:solidFill>
              <a:schemeClr val="bg1">
                <a:lumMod val="65000"/>
              </a:schemeClr>
            </a:solidFill>
            <a:latin typeface="Arial" panose="020B0604020202020204" pitchFamily="34" charset="0"/>
            <a:ea typeface="Roboto" panose="02000000000000000000" pitchFamily="2"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678334a-8651-43b8-877a-481e5428cdbd" xsi:nil="true"/>
    <lcf76f155ced4ddcb4097134ff3c332f xmlns="2834de6b-e468-4502-8570-e18099807fdf">
      <Terms xmlns="http://schemas.microsoft.com/office/infopath/2007/PartnerControls"/>
    </lcf76f155ced4ddcb4097134ff3c332f>
    <_dlc_DocId xmlns="2bf2d388-9b68-4952-9bcd-945bcd3bc124">4A4XRWDWQMKQ-45-5642</_dlc_DocId>
    <_dlc_DocIdUrl xmlns="2bf2d388-9b68-4952-9bcd-945bcd3bc124">
      <Url>https://myerauedu.sharepoint.com/teams/WW_College_of_Arts_and_Sciences/WW_Math_Physical_Life_Science_Dept/_layouts/15/DocIdRedir.aspx?ID=4A4XRWDWQMKQ-45-5642</Url>
      <Description>4A4XRWDWQMKQ-45-5642</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08DE7DFD5F3664A9E6CE59268E8C6F1" ma:contentTypeVersion="17" ma:contentTypeDescription="Create a new document." ma:contentTypeScope="" ma:versionID="bd6460d0d94149b15d4ef1a0c248640e">
  <xsd:schema xmlns:xsd="http://www.w3.org/2001/XMLSchema" xmlns:xs="http://www.w3.org/2001/XMLSchema" xmlns:p="http://schemas.microsoft.com/office/2006/metadata/properties" xmlns:ns2="2bf2d388-9b68-4952-9bcd-945bcd3bc124" xmlns:ns3="3688a25f-f472-44ed-aa16-a6454e665e15" xmlns:ns4="0678334a-8651-43b8-877a-481e5428cdbd" xmlns:ns5="2834de6b-e468-4502-8570-e18099807fdf" targetNamespace="http://schemas.microsoft.com/office/2006/metadata/properties" ma:root="true" ma:fieldsID="820fabf7c052c8fc231ce1144b6b699a" ns2:_="" ns3:_="" ns4:_="" ns5:_="">
    <xsd:import namespace="2bf2d388-9b68-4952-9bcd-945bcd3bc124"/>
    <xsd:import namespace="3688a25f-f472-44ed-aa16-a6454e665e15"/>
    <xsd:import namespace="0678334a-8651-43b8-877a-481e5428cdbd"/>
    <xsd:import namespace="2834de6b-e468-4502-8570-e18099807fdf"/>
    <xsd:element name="properties">
      <xsd:complexType>
        <xsd:sequence>
          <xsd:element name="documentManagement">
            <xsd:complexType>
              <xsd:all>
                <xsd:element ref="ns2:_dlc_DocId" minOccurs="0"/>
                <xsd:element ref="ns2:_dlc_DocIdUrl" minOccurs="0"/>
                <xsd:element ref="ns2:_dlc_DocIdPersistId" minOccurs="0"/>
                <xsd:element ref="ns3:SharedWithUsers" minOccurs="0"/>
                <xsd:element ref="ns3:SharedWithDetails" minOccurs="0"/>
                <xsd:element ref="ns4:LastSharedByUser" minOccurs="0"/>
                <xsd:element ref="ns4:LastSharedByTime" minOccurs="0"/>
                <xsd:element ref="ns5:MediaServiceMetadata" minOccurs="0"/>
                <xsd:element ref="ns5:MediaServiceFastMetadata" minOccurs="0"/>
                <xsd:element ref="ns5:MediaServiceDateTaken" minOccurs="0"/>
                <xsd:element ref="ns5:MediaServiceAutoKeyPoints" minOccurs="0"/>
                <xsd:element ref="ns5:MediaServiceKeyPoints" minOccurs="0"/>
                <xsd:element ref="ns5:MediaServiceAutoTags" minOccurs="0"/>
                <xsd:element ref="ns5:MediaServiceOCR" minOccurs="0"/>
                <xsd:element ref="ns5:MediaServiceGenerationTime" minOccurs="0"/>
                <xsd:element ref="ns5:MediaServiceEventHashCode" minOccurs="0"/>
                <xsd:element ref="ns5:MediaLengthInSeconds" minOccurs="0"/>
                <xsd:element ref="ns5: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f2d388-9b68-4952-9bcd-945bcd3bc12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688a25f-f472-44ed-aa16-a6454e665e15"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678334a-8651-43b8-877a-481e5428cdbd" elementFormDefault="qualified">
    <xsd:import namespace="http://schemas.microsoft.com/office/2006/documentManagement/types"/>
    <xsd:import namespace="http://schemas.microsoft.com/office/infopath/2007/PartnerControls"/>
    <xsd:element name="LastSharedByUser" ma:index="13" nillable="true" ma:displayName="Last Shared By User" ma:description="" ma:internalName="LastSharedByUser" ma:readOnly="true">
      <xsd:simpleType>
        <xsd:restriction base="dms:Note">
          <xsd:maxLength value="255"/>
        </xsd:restriction>
      </xsd:simpleType>
    </xsd:element>
    <xsd:element name="LastSharedByTime" ma:index="14" nillable="true" ma:displayName="Last Shared By Time" ma:description="" ma:internalName="LastSharedByTime" ma:readOnly="true">
      <xsd:simpleType>
        <xsd:restriction base="dms:DateTime"/>
      </xsd:simpleType>
    </xsd:element>
    <xsd:element name="TaxCatchAll" ma:index="27" nillable="true" ma:displayName="Taxonomy Catch All Column" ma:hidden="true" ma:list="{3163b0d4-77ab-46c3-af9c-9935dbb09f49}" ma:internalName="TaxCatchAll" ma:showField="CatchAllData" ma:web="0678334a-8651-43b8-877a-481e5428cdb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834de6b-e468-4502-8570-e18099807fdf" elementFormDefault="qualified">
    <xsd:import namespace="http://schemas.microsoft.com/office/2006/documentManagement/types"/>
    <xsd:import namespace="http://schemas.microsoft.com/office/infopath/2007/PartnerControls"/>
    <xsd:element name="MediaServiceMetadata" ma:index="15" nillable="true" ma:displayName="MediaServiceMetadata" ma:description="" ma:hidden="true" ma:internalName="MediaServiceMetadata" ma:readOnly="true">
      <xsd:simpleType>
        <xsd:restriction base="dms:Note"/>
      </xsd:simpleType>
    </xsd:element>
    <xsd:element name="MediaServiceFastMetadata" ma:index="16" nillable="true" ma:displayName="MediaServiceFastMetadata" ma:description="" ma:hidden="true" ma:internalName="MediaServiceFastMetadata" ma:readOnly="true">
      <xsd:simpleType>
        <xsd:restriction base="dms:Note"/>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AutoTags" ma:index="20" nillable="true" ma:displayName="Tags" ma:internalName="MediaServiceAutoTags"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a4ee6b6e-1dad-49a7-85d1-bf6bd711290a"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F0A8C37-5927-46AA-9C81-6FE423D3814D}">
  <ds:schemaRefs>
    <ds:schemaRef ds:uri="http://purl.org/dc/terms/"/>
    <ds:schemaRef ds:uri="2bf2d388-9b68-4952-9bcd-945bcd3bc124"/>
    <ds:schemaRef ds:uri="http://schemas.microsoft.com/office/2006/documentManagement/types"/>
    <ds:schemaRef ds:uri="http://purl.org/dc/elements/1.1/"/>
    <ds:schemaRef ds:uri="0678334a-8651-43b8-877a-481e5428cdbd"/>
    <ds:schemaRef ds:uri="3688a25f-f472-44ed-aa16-a6454e665e15"/>
    <ds:schemaRef ds:uri="2834de6b-e468-4502-8570-e18099807fdf"/>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4A00B3C-5FD6-443F-8033-8962F70290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bf2d388-9b68-4952-9bcd-945bcd3bc124"/>
    <ds:schemaRef ds:uri="3688a25f-f472-44ed-aa16-a6454e665e15"/>
    <ds:schemaRef ds:uri="0678334a-8651-43b8-877a-481e5428cdbd"/>
    <ds:schemaRef ds:uri="2834de6b-e468-4502-8570-e18099807f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6EB08A-AD0A-49EE-B5C0-640A5FA736E8}">
  <ds:schemaRefs>
    <ds:schemaRef ds:uri="http://schemas.microsoft.com/sharepoint/events"/>
  </ds:schemaRefs>
</ds:datastoreItem>
</file>

<file path=customXml/itemProps4.xml><?xml version="1.0" encoding="utf-8"?>
<ds:datastoreItem xmlns:ds="http://schemas.openxmlformats.org/officeDocument/2006/customXml" ds:itemID="{81319263-1834-4DB9-88BE-B649B972CB9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1695</TotalTime>
  <Words>732</Words>
  <Application>Microsoft Office PowerPoint</Application>
  <PresentationFormat>Widescreen</PresentationFormat>
  <Paragraphs>75</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Cambria Math</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Davis, Crystal S.</dc:creator>
  <cp:lastModifiedBy>Chamberlain, Darryl</cp:lastModifiedBy>
  <cp:revision>316</cp:revision>
  <dcterms:created xsi:type="dcterms:W3CDTF">2021-04-05T14:03:31Z</dcterms:created>
  <dcterms:modified xsi:type="dcterms:W3CDTF">2026-10-21T18:34:07Z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0x010100C08DE7DFD5F3664A9E6CE59268E8C6F1</vt:lpwstr>
  </property>
  <property fmtid="{D5CDD505-2E9C-101B-9397-08002B2CF9AE}" pid="3" name="_dlc_DocIdItemGuid">
    <vt:lpwstr>428f09b2-df67-42a1-8e50-1a42505c2f15</vt:lpwstr>
  </property>
  <property fmtid="{D5CDD505-2E9C-101B-9397-08002B2CF9AE}" pid="4" name="MediaServiceImageTags">
    <vt:lpwstr/>
  </property>
</Properties>
</file>